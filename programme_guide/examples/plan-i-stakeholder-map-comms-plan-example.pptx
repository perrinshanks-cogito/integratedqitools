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drawings/vmlDrawing1.vml" ContentType="application/vnd.openxmlformats-officedocument.vmlDrawing"/>
  <Override PartName="/ppt/drawings/vmlDrawing10.vml" ContentType="application/vnd.openxmlformats-officedocument.vmlDrawing"/>
  <Override PartName="/ppt/drawings/vmlDrawing11.vml" ContentType="application/vnd.openxmlformats-officedocument.vmlDrawing"/>
  <Override PartName="/ppt/drawings/vmlDrawing12.vml" ContentType="application/vnd.openxmlformats-officedocument.vmlDrawing"/>
  <Override PartName="/ppt/drawings/vmlDrawing13.vml" ContentType="application/vnd.openxmlformats-officedocument.vmlDrawing"/>
  <Override PartName="/ppt/drawings/vmlDrawing2.vml" ContentType="application/vnd.openxmlformats-officedocument.vmlDrawing"/>
  <Override PartName="/ppt/drawings/vmlDrawing3.vml" ContentType="application/vnd.openxmlformats-officedocument.vmlDrawing"/>
  <Override PartName="/ppt/drawings/vmlDrawing4.vml" ContentType="application/vnd.openxmlformats-officedocument.vmlDrawing"/>
  <Override PartName="/ppt/drawings/vmlDrawing5.vml" ContentType="application/vnd.openxmlformats-officedocument.vmlDrawing"/>
  <Override PartName="/ppt/drawings/vmlDrawing6.vml" ContentType="application/vnd.openxmlformats-officedocument.vmlDrawing"/>
  <Override PartName="/ppt/drawings/vmlDrawing7.vml" ContentType="application/vnd.openxmlformats-officedocument.vmlDrawing"/>
  <Override PartName="/ppt/drawings/vmlDrawing8.vml" ContentType="application/vnd.openxmlformats-officedocument.vmlDrawing"/>
  <Override PartName="/ppt/drawings/vmlDrawing9.vml" ContentType="application/vnd.openxmlformats-officedocument.vmlDrawing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4"/>
    <p:sldMasterId id="2147483705" r:id="rId5"/>
    <p:sldMasterId id="2147483741" r:id="rId6"/>
    <p:sldMasterId id="2147483752" r:id="rId7"/>
    <p:sldMasterId id="2147483791" r:id="rId8"/>
  </p:sldMasterIdLst>
  <p:notesMasterIdLst>
    <p:notesMasterId r:id="rId11"/>
  </p:notesMasterIdLst>
  <p:handoutMasterIdLst>
    <p:handoutMasterId r:id="rId12"/>
  </p:handoutMasterIdLst>
  <p:sldIdLst>
    <p:sldId id="2147471990" r:id="rId9"/>
    <p:sldId id="2147471989" r:id="rId10"/>
  </p:sldIdLst>
  <p:sldSz cx="12192000" cy="6858000"/>
  <p:notesSz cx="6873875" cy="100615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F5AD514-BE39-485A-910B-EA9C432ACFC8}">
          <p14:sldIdLst>
            <p14:sldId id="2147471990"/>
            <p14:sldId id="214747198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D6EA165-F977-97D9-D77E-F6D964C9126D}" name="Emma Johnson" initials="EJ" userId="S::emma.johnson@england.nhs.uk::33aa7a6f-90cf-4200-9b64-0af0539c3ed7" providerId="AD"/>
  <p188:author id="{B3AC58A4-C2B1-2231-6B8F-74F1DF55DD9F}" name="ORegan Ella" initials="OE" userId="S::ella.oregan@gstt.nhs.uk::04ca0eed-c747-471b-a60f-2eaa3fc9cb4e" providerId="AD"/>
  <p188:author id="{F50525D9-6654-6687-4FFB-165F83C2E686}" name="Louise Dark" initials="LD" userId="S::l.dark@england.nhs.uk::ab2ca4d7-d2a0-4ee2-bbf6-0a0441793e8a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ouise Dark" initials="LD" lastIdx="71" clrIdx="0">
    <p:extLst>
      <p:ext uri="{19B8F6BF-5375-455C-9EA6-DF929625EA0E}">
        <p15:presenceInfo xmlns:p15="http://schemas.microsoft.com/office/powerpoint/2012/main" userId="S::L.DARK@england.nhs.uk::ab2ca4d7-d2a0-4ee2-bbf6-0a0441793e8a" providerId="AD"/>
      </p:ext>
    </p:extLst>
  </p:cmAuthor>
  <p:cmAuthor id="2" name="Richard Knight" initials="RK" lastIdx="1" clrIdx="1">
    <p:extLst>
      <p:ext uri="{19B8F6BF-5375-455C-9EA6-DF929625EA0E}">
        <p15:presenceInfo xmlns:p15="http://schemas.microsoft.com/office/powerpoint/2012/main" userId="S::richard.knight1@england.nhs.uk::15af71ed-0a49-4fc5-9153-f3add6506723" providerId="AD"/>
      </p:ext>
    </p:extLst>
  </p:cmAuthor>
  <p:cmAuthor id="3" name="Bampfylde Simon (SBAMPFYLDE)" initials="BS(" lastIdx="1" clrIdx="2">
    <p:extLst>
      <p:ext uri="{19B8F6BF-5375-455C-9EA6-DF929625EA0E}">
        <p15:presenceInfo xmlns:p15="http://schemas.microsoft.com/office/powerpoint/2012/main" userId="S-1-5-21-54938807-603345021-1162870789-26669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162"/>
    <a:srgbClr val="00A9CE"/>
    <a:srgbClr val="D1FFE6"/>
    <a:srgbClr val="00FAE8"/>
    <a:srgbClr val="FFEFBD"/>
    <a:srgbClr val="FFB9B9"/>
    <a:srgbClr val="003087"/>
    <a:srgbClr val="00A499"/>
    <a:srgbClr val="005EB8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4290CE8-1864-5FFC-0FF7-83F40499D1AF}" v="186" dt="2022-10-24T11:34:52.213"/>
    <p1510:client id="{69358683-7AE3-3CCD-909B-E86DB9F0B74E}" v="26" dt="2022-10-11T12:33:15.230"/>
    <p1510:client id="{F7BC21B6-9B99-7528-33AD-6B63C43AB6B9}" v="4" dt="2022-10-28T12:56:42.85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85"/>
    <p:restoredTop sz="92651"/>
  </p:normalViewPr>
  <p:slideViewPr>
    <p:cSldViewPr snapToGrid="0" snapToObjects="1">
      <p:cViewPr varScale="1">
        <p:scale>
          <a:sx n="106" d="100"/>
          <a:sy n="106" d="100"/>
        </p:scale>
        <p:origin x="106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12" Type="http://schemas.openxmlformats.org/officeDocument/2006/relationships/handoutMaster" Target="handoutMasters/handoutMaster1.xml"/><Relationship Id="rId13" Type="http://schemas.openxmlformats.org/officeDocument/2006/relationships/commentAuthors" Target="commentAuthors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microsoft.com/office/2015/10/relationships/revisionInfo" Target="revisionInfo.xml"/><Relationship Id="rId20" Type="http://schemas.microsoft.com/office/2018/10/relationships/authors" Target="authors.xml"/></Relationships>
</file>

<file path=ppt/drawings/_rels/vmlDrawing1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4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5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6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7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9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0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1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2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3.vml.rels><?xml version='1.0' encoding='UTF-8' standalone='yes'?>
<Relationships xmlns="http://schemas.openxmlformats.org/package/2006/relationships"><Relationship Id="rId1" Type="http://schemas.openxmlformats.org/officeDocument/2006/relationships/image" Target="../media/image5.emf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8309" cy="50363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3981" y="0"/>
            <a:ext cx="2978309" cy="50363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1A7C14-8282-490B-BA03-3C962061816E}" type="datetimeFigureOut">
              <a:rPr lang="en-GB" smtClean="0"/>
              <a:t>01/11/2022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557938"/>
            <a:ext cx="2978309" cy="5036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3981" y="9557938"/>
            <a:ext cx="2978309" cy="5036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B69CEB-44F0-4C09-8925-58E3856655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70265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8680" cy="504826"/>
          </a:xfrm>
          <a:prstGeom prst="rect">
            <a:avLst/>
          </a:prstGeom>
        </p:spPr>
        <p:txBody>
          <a:bodyPr vert="horz" lIns="96625" tIns="48312" rIns="96625" bIns="48312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93605" y="1"/>
            <a:ext cx="2978680" cy="504826"/>
          </a:xfrm>
          <a:prstGeom prst="rect">
            <a:avLst/>
          </a:prstGeom>
        </p:spPr>
        <p:txBody>
          <a:bodyPr vert="horz" lIns="96625" tIns="48312" rIns="96625" bIns="48312" rtlCol="0"/>
          <a:lstStyle>
            <a:lvl1pPr algn="r">
              <a:defRPr sz="1300"/>
            </a:lvl1pPr>
          </a:lstStyle>
          <a:p>
            <a:fld id="{0EAE03F3-94B8-4141-9A15-5E26E8E7B4B9}" type="datetimeFigureOut">
              <a:rPr lang="en-GB" smtClean="0"/>
              <a:t>01/11/2022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17513" y="1257300"/>
            <a:ext cx="6038850" cy="33972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25" tIns="48312" rIns="96625" bIns="48312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7388" y="4842133"/>
            <a:ext cx="5499100" cy="3961745"/>
          </a:xfrm>
          <a:prstGeom prst="rect">
            <a:avLst/>
          </a:prstGeom>
        </p:spPr>
        <p:txBody>
          <a:bodyPr vert="horz" lIns="96625" tIns="48312" rIns="96625" bIns="48312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556751"/>
            <a:ext cx="2978680" cy="504825"/>
          </a:xfrm>
          <a:prstGeom prst="rect">
            <a:avLst/>
          </a:prstGeom>
        </p:spPr>
        <p:txBody>
          <a:bodyPr vert="horz" lIns="96625" tIns="48312" rIns="96625" bIns="48312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93605" y="9556751"/>
            <a:ext cx="2978680" cy="504825"/>
          </a:xfrm>
          <a:prstGeom prst="rect">
            <a:avLst/>
          </a:prstGeom>
        </p:spPr>
        <p:txBody>
          <a:bodyPr vert="horz" lIns="96625" tIns="48312" rIns="96625" bIns="48312" rtlCol="0" anchor="b"/>
          <a:lstStyle>
            <a:lvl1pPr algn="r">
              <a:defRPr sz="1300"/>
            </a:lvl1pPr>
          </a:lstStyle>
          <a:p>
            <a:fld id="{5E2A29A4-C598-4C18-A1DF-36D619217F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26064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.vml"/><Relationship Id="rId2" Type="http://schemas.openxmlformats.org/officeDocument/2006/relationships/tags" Target="../tags/tag2.xml"/><Relationship Id="rId3" Type="http://schemas.openxmlformats.org/officeDocument/2006/relationships/slideMaster" Target="../slideMasters/slideMaster3.xml"/><Relationship Id="rId4" Type="http://schemas.openxmlformats.org/officeDocument/2006/relationships/oleObject" Target="../embeddings/oleObject2.bin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3.vml"/><Relationship Id="rId2" Type="http://schemas.openxmlformats.org/officeDocument/2006/relationships/tags" Target="../tags/tag3.xml"/><Relationship Id="rId3" Type="http://schemas.openxmlformats.org/officeDocument/2006/relationships/slideMaster" Target="../slideMasters/slideMaster3.xml"/><Relationship Id="rId4" Type="http://schemas.openxmlformats.org/officeDocument/2006/relationships/oleObject" Target="../embeddings/oleObject3.bin"/><Relationship Id="rId5" Type="http://schemas.openxmlformats.org/officeDocument/2006/relationships/image" Target="../media/image4.emf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4.vml"/><Relationship Id="rId2" Type="http://schemas.openxmlformats.org/officeDocument/2006/relationships/tags" Target="../tags/tag4.xml"/><Relationship Id="rId3" Type="http://schemas.openxmlformats.org/officeDocument/2006/relationships/slideMaster" Target="../slideMasters/slideMaster3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4.emf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5.vml"/><Relationship Id="rId2" Type="http://schemas.openxmlformats.org/officeDocument/2006/relationships/tags" Target="../tags/tag5.xml"/><Relationship Id="rId3" Type="http://schemas.openxmlformats.org/officeDocument/2006/relationships/slideMaster" Target="../slideMasters/slideMaster3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4.emf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6.vml"/><Relationship Id="rId2" Type="http://schemas.openxmlformats.org/officeDocument/2006/relationships/tags" Target="../tags/tag6.xml"/><Relationship Id="rId3" Type="http://schemas.openxmlformats.org/officeDocument/2006/relationships/slideMaster" Target="../slideMasters/slideMaster3.xml"/><Relationship Id="rId4" Type="http://schemas.openxmlformats.org/officeDocument/2006/relationships/oleObject" Target="../embeddings/oleObject6.bin"/><Relationship Id="rId5" Type="http://schemas.openxmlformats.org/officeDocument/2006/relationships/image" Target="../media/image4.emf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8.vml"/><Relationship Id="rId2" Type="http://schemas.openxmlformats.org/officeDocument/2006/relationships/tags" Target="../tags/tag8.xml"/><Relationship Id="rId3" Type="http://schemas.openxmlformats.org/officeDocument/2006/relationships/slideMaster" Target="../slideMasters/slideMaster4.xml"/><Relationship Id="rId4" Type="http://schemas.openxmlformats.org/officeDocument/2006/relationships/oleObject" Target="../embeddings/oleObject8.bin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9.vml"/><Relationship Id="rId2" Type="http://schemas.openxmlformats.org/officeDocument/2006/relationships/tags" Target="../tags/tag9.xml"/><Relationship Id="rId3" Type="http://schemas.openxmlformats.org/officeDocument/2006/relationships/slideMaster" Target="../slideMasters/slideMaster4.xml"/><Relationship Id="rId4" Type="http://schemas.openxmlformats.org/officeDocument/2006/relationships/oleObject" Target="../embeddings/oleObject9.bin"/><Relationship Id="rId5" Type="http://schemas.openxmlformats.org/officeDocument/2006/relationships/image" Target="../media/image4.emf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0.vml"/><Relationship Id="rId2" Type="http://schemas.openxmlformats.org/officeDocument/2006/relationships/tags" Target="../tags/tag10.xml"/><Relationship Id="rId3" Type="http://schemas.openxmlformats.org/officeDocument/2006/relationships/slideMaster" Target="../slideMasters/slideMaster4.xml"/><Relationship Id="rId4" Type="http://schemas.openxmlformats.org/officeDocument/2006/relationships/oleObject" Target="../embeddings/oleObject10.bin"/><Relationship Id="rId5" Type="http://schemas.openxmlformats.org/officeDocument/2006/relationships/image" Target="../media/image4.emf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1.vml"/><Relationship Id="rId2" Type="http://schemas.openxmlformats.org/officeDocument/2006/relationships/tags" Target="../tags/tag11.xml"/><Relationship Id="rId3" Type="http://schemas.openxmlformats.org/officeDocument/2006/relationships/slideMaster" Target="../slideMasters/slideMaster4.xml"/><Relationship Id="rId4" Type="http://schemas.openxmlformats.org/officeDocument/2006/relationships/oleObject" Target="../embeddings/oleObject11.bin"/><Relationship Id="rId5" Type="http://schemas.openxmlformats.org/officeDocument/2006/relationships/image" Target="../media/image4.emf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2.vml"/><Relationship Id="rId2" Type="http://schemas.openxmlformats.org/officeDocument/2006/relationships/tags" Target="../tags/tag12.xml"/><Relationship Id="rId3" Type="http://schemas.openxmlformats.org/officeDocument/2006/relationships/slideMaster" Target="../slideMasters/slideMaster4.xml"/><Relationship Id="rId4" Type="http://schemas.openxmlformats.org/officeDocument/2006/relationships/oleObject" Target="../embeddings/oleObject12.bin"/><Relationship Id="rId5" Type="http://schemas.openxmlformats.org/officeDocument/2006/relationships/image" Target="../media/image4.emf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7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9"/>
          <p:cNvSpPr>
            <a:spLocks noGrp="1"/>
          </p:cNvSpPr>
          <p:nvPr>
            <p:ph type="title" hasCustomPrompt="1"/>
          </p:nvPr>
        </p:nvSpPr>
        <p:spPr>
          <a:xfrm>
            <a:off x="599385" y="3660488"/>
            <a:ext cx="10515600" cy="689541"/>
          </a:xfrm>
          <a:prstGeom prst="rect">
            <a:avLst/>
          </a:prstGeom>
        </p:spPr>
        <p:txBody>
          <a:bodyPr/>
          <a:lstStyle>
            <a:lvl1pPr>
              <a:defRPr sz="3600" baseline="0">
                <a:solidFill>
                  <a:srgbClr val="005EB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1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18301" y="4364955"/>
            <a:ext cx="9144000" cy="47324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 i="0" baseline="0">
                <a:solidFill>
                  <a:srgbClr val="005EB8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Date</a:t>
            </a:r>
          </a:p>
        </p:txBody>
      </p:sp>
      <p:pic>
        <p:nvPicPr>
          <p:cNvPr id="8" name="Picture 9" descr="Desktop Guy's and St Thomas' RGB BLUE (300ppi)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0853" r="-11594" b="-18953"/>
          <a:stretch>
            <a:fillRect/>
          </a:stretch>
        </p:blipFill>
        <p:spPr bwMode="auto">
          <a:xfrm>
            <a:off x="9285289" y="-152400"/>
            <a:ext cx="3167062" cy="168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1860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/>
          <p:cNvSpPr>
            <a:spLocks noGrp="1"/>
          </p:cNvSpPr>
          <p:nvPr>
            <p:ph sz="quarter" idx="10"/>
          </p:nvPr>
        </p:nvSpPr>
        <p:spPr>
          <a:xfrm>
            <a:off x="614920" y="1343804"/>
            <a:ext cx="10316899" cy="2244128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Arial" panose="020B0604020202020204" pitchFamily="34" charset="0"/>
              <a:buChar char="-"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614920" y="231141"/>
            <a:ext cx="8756073" cy="611649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005EB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sz="2800">
              <a:solidFill>
                <a:srgbClr val="005EB8"/>
              </a:solidFill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1088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1522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15063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411636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9667" y="1800225"/>
            <a:ext cx="5268384" cy="4076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1251" y="1800225"/>
            <a:ext cx="5270500" cy="4076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12058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41406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4141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512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493590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517581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60948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84167" y="539751"/>
            <a:ext cx="2688167" cy="53371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19667" y="539751"/>
            <a:ext cx="7861300" cy="53371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67961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728" name="Rectangle 152" hidden="1"/>
          <p:cNvGraphicFramePr>
            <a:graphicFrameLocks/>
          </p:cNvGraphicFramePr>
          <p:nvPr>
            <p:custDataLst>
              <p:tags r:id="rId2"/>
            </p:custDataLst>
          </p:nvPr>
        </p:nvGraphicFramePr>
        <p:xfrm>
          <a:off x="0" y="0"/>
          <a:ext cx="211667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think-cell Slide" r:id="rId4" imgW="0" imgH="0" progId="TCLayout.ActiveDocument.1">
                  <p:embed/>
                </p:oleObj>
              </mc:Choice>
              <mc:Fallback>
                <p:oleObj name="think-cell Slide" r:id="rId4" imgW="0" imgH="0" progId="TCLayout.ActiveDocument.1">
                  <p:embed/>
                  <p:pic>
                    <p:nvPicPr>
                      <p:cNvPr id="24728" name="Rectangle 152" hidden="1"/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211667" cy="158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itle 9"/>
          <p:cNvSpPr>
            <a:spLocks noGrp="1"/>
          </p:cNvSpPr>
          <p:nvPr>
            <p:ph type="title"/>
          </p:nvPr>
        </p:nvSpPr>
        <p:spPr>
          <a:xfrm>
            <a:off x="527051" y="2480566"/>
            <a:ext cx="11089219" cy="2160734"/>
          </a:xfrm>
        </p:spPr>
        <p:txBody>
          <a:bodyPr/>
          <a:lstStyle>
            <a:lvl1pPr>
              <a:defRPr sz="2769">
                <a:solidFill>
                  <a:srgbClr val="0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6" name="Text Placeholder 11"/>
          <p:cNvSpPr>
            <a:spLocks noGrp="1"/>
          </p:cNvSpPr>
          <p:nvPr>
            <p:ph type="body" sz="quarter" idx="10"/>
          </p:nvPr>
        </p:nvSpPr>
        <p:spPr>
          <a:xfrm>
            <a:off x="527051" y="4949720"/>
            <a:ext cx="11089219" cy="991523"/>
          </a:xfrm>
        </p:spPr>
        <p:txBody>
          <a:bodyPr/>
          <a:lstStyle>
            <a:lvl1pPr>
              <a:defRPr sz="1800" b="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211879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974" y="1594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6" name="Object 5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4" y="1594"/>
                        <a:ext cx="1953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9968" y="436910"/>
            <a:ext cx="11032088" cy="831850"/>
          </a:xfrm>
        </p:spPr>
        <p:txBody>
          <a:bodyPr/>
          <a:lstStyle>
            <a:lvl1pPr>
              <a:defRPr sz="2400">
                <a:solidFill>
                  <a:srgbClr val="000000"/>
                </a:solidFill>
              </a:defRPr>
            </a:lvl1pPr>
          </a:lstStyle>
          <a:p>
            <a:r>
              <a:rPr lang="en-US"/>
              <a:t>Slide title</a:t>
            </a:r>
            <a:br>
              <a:rPr lang="en-US"/>
            </a:b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579989" y="1509715"/>
            <a:ext cx="11032068" cy="4439566"/>
          </a:xfrm>
        </p:spPr>
        <p:txBody>
          <a:bodyPr/>
          <a:lstStyle>
            <a:lvl1pPr>
              <a:defRPr sz="1400" baseline="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64619" y="6093296"/>
            <a:ext cx="527381" cy="360040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000000"/>
                </a:solidFill>
              </a:defRPr>
            </a:lvl1pPr>
          </a:lstStyle>
          <a:p>
            <a:fld id="{678887E8-0E34-4A1C-8C16-3AB704763284}" type="slidenum">
              <a:rPr lang="en-GB" altLang="en-US" smtClean="0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818673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slide with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974" y="1594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"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6" name="Object 5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4" y="1594"/>
                        <a:ext cx="1953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9968" y="436910"/>
            <a:ext cx="11032088" cy="831850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Slide title</a:t>
            </a:r>
            <a:br>
              <a:rPr lang="en-US"/>
            </a:b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579989" y="1509715"/>
            <a:ext cx="11032068" cy="4440236"/>
          </a:xfrm>
        </p:spPr>
        <p:txBody>
          <a:bodyPr/>
          <a:lstStyle>
            <a:lvl1pPr>
              <a:defRPr sz="1400" b="0" baseline="0"/>
            </a:lvl1pPr>
            <a:lvl2pPr>
              <a:defRPr sz="1400" b="0"/>
            </a:lvl2pPr>
            <a:lvl3pPr>
              <a:defRPr sz="1400" b="0"/>
            </a:lvl3pPr>
            <a:lvl4pPr>
              <a:defRPr sz="1400" b="0"/>
            </a:lvl4pPr>
            <a:lvl5pPr>
              <a:defRPr sz="1400" b="0"/>
            </a:lvl5pPr>
          </a:lstStyle>
          <a:p>
            <a:pPr lvl="0"/>
            <a:r>
              <a:rPr lang="en-US"/>
              <a:t>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ext Placeholder 36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2634695" y="5280254"/>
            <a:ext cx="6922632" cy="669027"/>
          </a:xfrm>
          <a:prstGeom prst="rect">
            <a:avLst/>
          </a:prstGeom>
          <a:solidFill>
            <a:srgbClr val="005EB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91440" rIns="91440" bIns="91440" numCol="1" rtlCol="0" anchor="ctr" anchorCtr="0" compatLnSpc="1">
            <a:prstTxWarp prst="textNoShape">
              <a:avLst/>
            </a:prstTxWarp>
            <a:noAutofit/>
          </a:bodyPr>
          <a:lstStyle>
            <a:lvl1pPr algn="ctr">
              <a:defRPr kumimoji="0" lang="en-US" i="0" u="none" strike="noStrike" kern="1200" cap="none" normalizeH="0" baseline="0" smtClean="0">
                <a:solidFill>
                  <a:schemeClr val="bg1"/>
                </a:solidFill>
                <a:effectLst/>
              </a:defRPr>
            </a:lvl1pPr>
            <a:lvl2pPr>
              <a:defRPr lang="en-US" sz="1292" kern="1200" smtClean="0">
                <a:ea typeface="+mn-ea"/>
              </a:defRPr>
            </a:lvl2pPr>
            <a:lvl3pPr>
              <a:defRPr lang="en-US" sz="1292" kern="1200" smtClean="0">
                <a:ea typeface="+mn-ea"/>
              </a:defRPr>
            </a:lvl3pPr>
            <a:lvl4pPr>
              <a:defRPr lang="en-US" sz="1292" kern="1200" smtClean="0">
                <a:ea typeface="+mn-ea"/>
              </a:defRPr>
            </a:lvl4pPr>
            <a:lvl5pPr>
              <a:defRPr lang="en-GB" sz="1292" kern="1200">
                <a:ea typeface="+mn-ea"/>
              </a:defRPr>
            </a:lvl5pPr>
          </a:lstStyle>
          <a:p>
            <a:pPr marL="0" marR="0" lvl="0" indent="0" algn="ctr" latinLnBrk="0"/>
            <a:r>
              <a:rPr lang="en-US"/>
              <a:t>Click to edit text. Use this ‘takeaway box’ to </a:t>
            </a:r>
            <a:r>
              <a:rPr lang="en-US" err="1"/>
              <a:t>summarise</a:t>
            </a:r>
            <a:r>
              <a:rPr lang="en-US"/>
              <a:t> the key message of the slide</a:t>
            </a:r>
            <a:endParaRPr lang="en-GB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64619" y="6093296"/>
            <a:ext cx="527381" cy="360040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000000"/>
                </a:solidFill>
              </a:defRPr>
            </a:lvl1pPr>
          </a:lstStyle>
          <a:p>
            <a:fld id="{678887E8-0E34-4A1C-8C16-3AB704763284}" type="slidenum">
              <a:rPr lang="en-GB" altLang="en-US" smtClean="0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2482845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alue ch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2"/>
          <p:cNvSpPr>
            <a:spLocks noGrp="1"/>
          </p:cNvSpPr>
          <p:nvPr>
            <p:ph type="body" idx="1"/>
          </p:nvPr>
        </p:nvSpPr>
        <p:spPr>
          <a:xfrm>
            <a:off x="579969" y="1568495"/>
            <a:ext cx="3756193" cy="529246"/>
          </a:xfrm>
          <a:prstGeom prst="homePlate">
            <a:avLst>
              <a:gd name="adj" fmla="val 37104"/>
            </a:avLst>
          </a:prstGeom>
          <a:solidFill>
            <a:srgbClr val="005EB8"/>
          </a:solidFill>
          <a:ln>
            <a:noFill/>
          </a:ln>
        </p:spPr>
        <p:txBody>
          <a:bodyPr lIns="72000" rIns="72000" anchor="ctr"/>
          <a:lstStyle>
            <a:lvl1pPr marL="0" indent="0" algn="ctr">
              <a:spcBef>
                <a:spcPts val="0"/>
              </a:spcBef>
              <a:buNone/>
              <a:defRPr sz="1400" b="1" u="none">
                <a:solidFill>
                  <a:schemeClr val="bg1"/>
                </a:solidFill>
              </a:defRPr>
            </a:lvl1pPr>
            <a:lvl2pPr marL="422041" indent="0">
              <a:buNone/>
              <a:defRPr sz="1662">
                <a:solidFill>
                  <a:schemeClr val="tx1">
                    <a:tint val="75000"/>
                  </a:schemeClr>
                </a:solidFill>
              </a:defRPr>
            </a:lvl2pPr>
            <a:lvl3pPr marL="844083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3pPr>
            <a:lvl4pPr marL="1266124" indent="0">
              <a:buNone/>
              <a:defRPr sz="1292">
                <a:solidFill>
                  <a:schemeClr val="tx1">
                    <a:tint val="75000"/>
                  </a:schemeClr>
                </a:solidFill>
              </a:defRPr>
            </a:lvl4pPr>
            <a:lvl5pPr marL="1688165" indent="0">
              <a:buNone/>
              <a:defRPr sz="1292">
                <a:solidFill>
                  <a:schemeClr val="tx1">
                    <a:tint val="75000"/>
                  </a:schemeClr>
                </a:solidFill>
              </a:defRPr>
            </a:lvl5pPr>
            <a:lvl6pPr marL="2110207" indent="0">
              <a:buNone/>
              <a:defRPr sz="1292">
                <a:solidFill>
                  <a:schemeClr val="tx1">
                    <a:tint val="75000"/>
                  </a:schemeClr>
                </a:solidFill>
              </a:defRPr>
            </a:lvl6pPr>
            <a:lvl7pPr marL="2532248" indent="0">
              <a:buNone/>
              <a:defRPr sz="1292">
                <a:solidFill>
                  <a:schemeClr val="tx1">
                    <a:tint val="75000"/>
                  </a:schemeClr>
                </a:solidFill>
              </a:defRPr>
            </a:lvl7pPr>
            <a:lvl8pPr marL="2954289" indent="0">
              <a:buNone/>
              <a:defRPr sz="1292">
                <a:solidFill>
                  <a:schemeClr val="tx1">
                    <a:tint val="75000"/>
                  </a:schemeClr>
                </a:solidFill>
              </a:defRPr>
            </a:lvl8pPr>
            <a:lvl9pPr marL="3376331" indent="0">
              <a:buNone/>
              <a:defRPr sz="129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0"/>
          <p:cNvSpPr>
            <a:spLocks noGrp="1"/>
          </p:cNvSpPr>
          <p:nvPr>
            <p:ph type="body" sz="quarter" idx="14" hasCustomPrompt="1"/>
          </p:nvPr>
        </p:nvSpPr>
        <p:spPr>
          <a:xfrm>
            <a:off x="579968" y="2193262"/>
            <a:ext cx="3458288" cy="3756688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 b="0"/>
            </a:lvl1pPr>
            <a:lvl2pPr marL="332651" indent="-169989">
              <a:buFont typeface="Arial" panose="020B0604020202020204" pitchFamily="34" charset="0"/>
              <a:buChar char="•"/>
              <a:defRPr sz="1400" b="0"/>
            </a:lvl2pPr>
            <a:lvl3pPr marL="665301" indent="-256449">
              <a:buFont typeface="Courier New" panose="02070309020205020404" pitchFamily="49" charset="0"/>
              <a:buChar char="o"/>
              <a:defRPr sz="1400" b="0" baseline="0"/>
            </a:lvl3pPr>
          </a:lstStyle>
          <a:p>
            <a:pPr lvl="0"/>
            <a:r>
              <a:rPr lang="en-US"/>
              <a:t>Text box (click to edit content)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 bullet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idx="20"/>
          </p:nvPr>
        </p:nvSpPr>
        <p:spPr>
          <a:xfrm>
            <a:off x="4166685" y="1568495"/>
            <a:ext cx="3756193" cy="529246"/>
          </a:xfrm>
          <a:prstGeom prst="chevron">
            <a:avLst>
              <a:gd name="adj" fmla="val 37296"/>
            </a:avLst>
          </a:prstGeom>
          <a:solidFill>
            <a:srgbClr val="005EB8"/>
          </a:solidFill>
          <a:ln>
            <a:noFill/>
          </a:ln>
        </p:spPr>
        <p:txBody>
          <a:bodyPr lIns="72000" rIns="72000" anchor="ctr"/>
          <a:lstStyle>
            <a:lvl1pPr marL="0" indent="0" algn="ctr">
              <a:spcBef>
                <a:spcPts val="0"/>
              </a:spcBef>
              <a:buNone/>
              <a:defRPr sz="1400" b="1" u="none">
                <a:solidFill>
                  <a:schemeClr val="bg1"/>
                </a:solidFill>
              </a:defRPr>
            </a:lvl1pPr>
            <a:lvl2pPr marL="422041" indent="0">
              <a:buNone/>
              <a:defRPr sz="1662">
                <a:solidFill>
                  <a:schemeClr val="tx1">
                    <a:tint val="75000"/>
                  </a:schemeClr>
                </a:solidFill>
              </a:defRPr>
            </a:lvl2pPr>
            <a:lvl3pPr marL="844083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3pPr>
            <a:lvl4pPr marL="1266124" indent="0">
              <a:buNone/>
              <a:defRPr sz="1292">
                <a:solidFill>
                  <a:schemeClr val="tx1">
                    <a:tint val="75000"/>
                  </a:schemeClr>
                </a:solidFill>
              </a:defRPr>
            </a:lvl4pPr>
            <a:lvl5pPr marL="1688165" indent="0">
              <a:buNone/>
              <a:defRPr sz="1292">
                <a:solidFill>
                  <a:schemeClr val="tx1">
                    <a:tint val="75000"/>
                  </a:schemeClr>
                </a:solidFill>
              </a:defRPr>
            </a:lvl5pPr>
            <a:lvl6pPr marL="2110207" indent="0">
              <a:buNone/>
              <a:defRPr sz="1292">
                <a:solidFill>
                  <a:schemeClr val="tx1">
                    <a:tint val="75000"/>
                  </a:schemeClr>
                </a:solidFill>
              </a:defRPr>
            </a:lvl6pPr>
            <a:lvl7pPr marL="2532248" indent="0">
              <a:buNone/>
              <a:defRPr sz="1292">
                <a:solidFill>
                  <a:schemeClr val="tx1">
                    <a:tint val="75000"/>
                  </a:schemeClr>
                </a:solidFill>
              </a:defRPr>
            </a:lvl7pPr>
            <a:lvl8pPr marL="2954289" indent="0">
              <a:buNone/>
              <a:defRPr sz="1292">
                <a:solidFill>
                  <a:schemeClr val="tx1">
                    <a:tint val="75000"/>
                  </a:schemeClr>
                </a:solidFill>
              </a:defRPr>
            </a:lvl8pPr>
            <a:lvl9pPr marL="3376331" indent="0">
              <a:buNone/>
              <a:defRPr sz="129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"/>
          <p:cNvSpPr>
            <a:spLocks noGrp="1"/>
          </p:cNvSpPr>
          <p:nvPr>
            <p:ph type="body" idx="21"/>
          </p:nvPr>
        </p:nvSpPr>
        <p:spPr>
          <a:xfrm>
            <a:off x="7758084" y="1568495"/>
            <a:ext cx="3756193" cy="529246"/>
          </a:xfrm>
          <a:prstGeom prst="chevron">
            <a:avLst>
              <a:gd name="adj" fmla="val 37296"/>
            </a:avLst>
          </a:prstGeom>
          <a:solidFill>
            <a:srgbClr val="005EB8"/>
          </a:solidFill>
          <a:ln>
            <a:noFill/>
          </a:ln>
        </p:spPr>
        <p:txBody>
          <a:bodyPr lIns="72000" rIns="72000" anchor="ctr"/>
          <a:lstStyle>
            <a:lvl1pPr marL="0" indent="0" algn="ctr">
              <a:spcBef>
                <a:spcPts val="0"/>
              </a:spcBef>
              <a:buNone/>
              <a:defRPr sz="1400" b="1" u="none">
                <a:solidFill>
                  <a:schemeClr val="bg1"/>
                </a:solidFill>
              </a:defRPr>
            </a:lvl1pPr>
            <a:lvl2pPr marL="422041" indent="0">
              <a:buNone/>
              <a:defRPr sz="1662">
                <a:solidFill>
                  <a:schemeClr val="tx1">
                    <a:tint val="75000"/>
                  </a:schemeClr>
                </a:solidFill>
              </a:defRPr>
            </a:lvl2pPr>
            <a:lvl3pPr marL="844083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3pPr>
            <a:lvl4pPr marL="1266124" indent="0">
              <a:buNone/>
              <a:defRPr sz="1292">
                <a:solidFill>
                  <a:schemeClr val="tx1">
                    <a:tint val="75000"/>
                  </a:schemeClr>
                </a:solidFill>
              </a:defRPr>
            </a:lvl4pPr>
            <a:lvl5pPr marL="1688165" indent="0">
              <a:buNone/>
              <a:defRPr sz="1292">
                <a:solidFill>
                  <a:schemeClr val="tx1">
                    <a:tint val="75000"/>
                  </a:schemeClr>
                </a:solidFill>
              </a:defRPr>
            </a:lvl5pPr>
            <a:lvl6pPr marL="2110207" indent="0">
              <a:buNone/>
              <a:defRPr sz="1292">
                <a:solidFill>
                  <a:schemeClr val="tx1">
                    <a:tint val="75000"/>
                  </a:schemeClr>
                </a:solidFill>
              </a:defRPr>
            </a:lvl6pPr>
            <a:lvl7pPr marL="2532248" indent="0">
              <a:buNone/>
              <a:defRPr sz="1292">
                <a:solidFill>
                  <a:schemeClr val="tx1">
                    <a:tint val="75000"/>
                  </a:schemeClr>
                </a:solidFill>
              </a:defRPr>
            </a:lvl7pPr>
            <a:lvl8pPr marL="2954289" indent="0">
              <a:buNone/>
              <a:defRPr sz="1292">
                <a:solidFill>
                  <a:schemeClr val="tx1">
                    <a:tint val="75000"/>
                  </a:schemeClr>
                </a:solidFill>
              </a:defRPr>
            </a:lvl8pPr>
            <a:lvl9pPr marL="3376331" indent="0">
              <a:buNone/>
              <a:defRPr sz="129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0"/>
          <p:cNvSpPr>
            <a:spLocks noGrp="1"/>
          </p:cNvSpPr>
          <p:nvPr>
            <p:ph type="body" sz="quarter" idx="22" hasCustomPrompt="1"/>
          </p:nvPr>
        </p:nvSpPr>
        <p:spPr>
          <a:xfrm>
            <a:off x="4199783" y="2193262"/>
            <a:ext cx="3458288" cy="3756688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 b="0"/>
            </a:lvl1pPr>
            <a:lvl2pPr marL="332651" indent="-169989">
              <a:buFont typeface="Arial" panose="020B0604020202020204" pitchFamily="34" charset="0"/>
              <a:buChar char="•"/>
              <a:defRPr sz="1400" b="0"/>
            </a:lvl2pPr>
            <a:lvl3pPr marL="665301" indent="-256449">
              <a:buFont typeface="Courier New" panose="02070309020205020404" pitchFamily="49" charset="0"/>
              <a:buChar char="o"/>
              <a:defRPr sz="1400" b="0" baseline="0"/>
            </a:lvl3pPr>
          </a:lstStyle>
          <a:p>
            <a:pPr lvl="0"/>
            <a:r>
              <a:rPr lang="en-US"/>
              <a:t>Text box (click to edit content)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 bullet</a:t>
            </a:r>
          </a:p>
        </p:txBody>
      </p:sp>
      <p:sp>
        <p:nvSpPr>
          <p:cNvPr id="17" name="Text Placeholder 20"/>
          <p:cNvSpPr>
            <a:spLocks noGrp="1"/>
          </p:cNvSpPr>
          <p:nvPr>
            <p:ph type="body" sz="quarter" idx="23" hasCustomPrompt="1"/>
          </p:nvPr>
        </p:nvSpPr>
        <p:spPr>
          <a:xfrm>
            <a:off x="7803049" y="2193262"/>
            <a:ext cx="3458288" cy="3756688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 b="0"/>
            </a:lvl1pPr>
            <a:lvl2pPr marL="332651" indent="-169989">
              <a:buFont typeface="Arial" panose="020B0604020202020204" pitchFamily="34" charset="0"/>
              <a:buChar char="•"/>
              <a:defRPr sz="1400" b="0"/>
            </a:lvl2pPr>
            <a:lvl3pPr marL="665301" indent="-256449">
              <a:buFont typeface="Courier New" panose="02070309020205020404" pitchFamily="49" charset="0"/>
              <a:buChar char="o"/>
              <a:defRPr sz="1400" b="0" baseline="0"/>
            </a:lvl3pPr>
          </a:lstStyle>
          <a:p>
            <a:pPr lvl="0"/>
            <a:r>
              <a:rPr lang="en-US"/>
              <a:t>Text box (click to edit content)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 bullet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64619" y="6093296"/>
            <a:ext cx="527381" cy="360040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000000"/>
                </a:solidFill>
              </a:defRPr>
            </a:lvl1pPr>
          </a:lstStyle>
          <a:p>
            <a:fld id="{678887E8-0E34-4A1C-8C16-3AB704763284}" type="slidenum">
              <a:rPr lang="en-GB" altLang="en-US" smtClean="0"/>
              <a:pPr/>
              <a:t>‹#›</a:t>
            </a:fld>
            <a:endParaRPr lang="en-GB" altLang="en-US"/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579968" y="436910"/>
            <a:ext cx="11032088" cy="831850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Slide title</a:t>
            </a:r>
            <a:br>
              <a:rPr lang="en-US"/>
            </a:b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29071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20"/>
          <p:cNvSpPr>
            <a:spLocks noGrp="1"/>
          </p:cNvSpPr>
          <p:nvPr>
            <p:ph type="body" sz="quarter" idx="10" hasCustomPrompt="1"/>
          </p:nvPr>
        </p:nvSpPr>
        <p:spPr>
          <a:xfrm>
            <a:off x="6624619" y="2286004"/>
            <a:ext cx="5040000" cy="3663947"/>
          </a:xfrm>
          <a:prstGeom prst="rect">
            <a:avLst/>
          </a:prstGeom>
        </p:spPr>
        <p:txBody>
          <a:bodyPr lIns="72000"/>
          <a:lstStyle>
            <a:lvl1pPr marL="0" indent="0">
              <a:buFont typeface="Arial" panose="020B0604020202020204" pitchFamily="34" charset="0"/>
              <a:buNone/>
              <a:defRPr sz="1400" b="0"/>
            </a:lvl1pPr>
            <a:lvl2pPr marL="332651" indent="-169989">
              <a:buFont typeface="Arial" panose="020B0604020202020204" pitchFamily="34" charset="0"/>
              <a:buChar char="•"/>
              <a:defRPr sz="1400" b="0"/>
            </a:lvl2pPr>
            <a:lvl3pPr marL="665301" indent="-256449">
              <a:buFont typeface="Courier New" panose="02070309020205020404" pitchFamily="49" charset="0"/>
              <a:buChar char="o"/>
              <a:defRPr sz="1400" b="0" baseline="0"/>
            </a:lvl3pPr>
          </a:lstStyle>
          <a:p>
            <a:pPr lvl="0"/>
            <a:r>
              <a:rPr lang="en-US"/>
              <a:t>Text box (click to edit content)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 bullet</a:t>
            </a:r>
          </a:p>
        </p:txBody>
      </p:sp>
      <p:sp>
        <p:nvSpPr>
          <p:cNvPr id="15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579965" y="1568498"/>
            <a:ext cx="5040000" cy="569587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 type="none" w="lg" len="lg"/>
            <a:tailEnd type="none" w="lg" len="lg"/>
          </a:ln>
          <a:effectLst>
            <a:outerShdw dist="25400" dir="5400000" sx="99000" sy="99000" algn="ctr" rotWithShape="0">
              <a:schemeClr val="tx2"/>
            </a:outerShdw>
          </a:effectLst>
        </p:spPr>
        <p:txBody>
          <a:bodyPr tIns="91440" bIns="91440" rtlCol="0" anchor="b" anchorCtr="0">
            <a:noAutofit/>
          </a:bodyPr>
          <a:lstStyle>
            <a:lvl1pPr algn="ctr">
              <a:defRPr lang="en-US" sz="1400" kern="1200" dirty="0" smtClean="0">
                <a:solidFill>
                  <a:srgbClr val="000000"/>
                </a:solidFill>
              </a:defRPr>
            </a:lvl1pPr>
          </a:lstStyle>
          <a:p>
            <a:pPr lvl="0" algn="ctr"/>
            <a:r>
              <a:rPr lang="en-US"/>
              <a:t>Click to edit Box 1</a:t>
            </a:r>
          </a:p>
        </p:txBody>
      </p:sp>
      <p:sp>
        <p:nvSpPr>
          <p:cNvPr id="12" name="Text Placeholder 20"/>
          <p:cNvSpPr>
            <a:spLocks noGrp="1"/>
          </p:cNvSpPr>
          <p:nvPr>
            <p:ph type="body" sz="quarter" idx="14" hasCustomPrompt="1"/>
          </p:nvPr>
        </p:nvSpPr>
        <p:spPr>
          <a:xfrm>
            <a:off x="579969" y="2286004"/>
            <a:ext cx="5040000" cy="3663947"/>
          </a:xfrm>
          <a:prstGeom prst="rect">
            <a:avLst/>
          </a:prstGeom>
        </p:spPr>
        <p:txBody>
          <a:bodyPr lIns="72000"/>
          <a:lstStyle>
            <a:lvl1pPr marL="0" indent="0">
              <a:buFont typeface="Arial" panose="020B0604020202020204" pitchFamily="34" charset="0"/>
              <a:buNone/>
              <a:defRPr sz="1400" b="0"/>
            </a:lvl1pPr>
            <a:lvl2pPr marL="332651" indent="-169989">
              <a:buFont typeface="Arial" panose="020B0604020202020204" pitchFamily="34" charset="0"/>
              <a:buChar char="•"/>
              <a:defRPr sz="1400" b="0"/>
            </a:lvl2pPr>
            <a:lvl3pPr marL="665301" indent="-256449">
              <a:buFont typeface="Courier New" panose="02070309020205020404" pitchFamily="49" charset="0"/>
              <a:buChar char="o"/>
              <a:defRPr sz="1400" b="0" baseline="0"/>
            </a:lvl3pPr>
          </a:lstStyle>
          <a:p>
            <a:pPr lvl="0"/>
            <a:r>
              <a:rPr lang="en-US"/>
              <a:t>Text box (click to edit content)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 bullet</a:t>
            </a:r>
          </a:p>
        </p:txBody>
      </p:sp>
      <p:sp>
        <p:nvSpPr>
          <p:cNvPr id="18" name="Text Placeholder 2"/>
          <p:cNvSpPr>
            <a:spLocks noGrp="1"/>
          </p:cNvSpPr>
          <p:nvPr>
            <p:ph type="body" idx="15" hasCustomPrompt="1"/>
          </p:nvPr>
        </p:nvSpPr>
        <p:spPr>
          <a:xfrm>
            <a:off x="6624619" y="1568498"/>
            <a:ext cx="5040000" cy="569587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 type="none" w="lg" len="lg"/>
            <a:tailEnd type="none" w="lg" len="lg"/>
          </a:ln>
          <a:effectLst>
            <a:outerShdw dist="25400" dir="5400000" sx="99000" sy="99000" algn="ctr" rotWithShape="0">
              <a:schemeClr val="tx2"/>
            </a:outerShdw>
          </a:effectLst>
        </p:spPr>
        <p:txBody>
          <a:bodyPr vert="horz" wrap="square" lIns="0" tIns="91440" rIns="0" bIns="91440" numCol="1" rtlCol="0" anchor="b" anchorCtr="0" compatLnSpc="1">
            <a:prstTxWarp prst="textNoShape">
              <a:avLst/>
            </a:prstTxWarp>
            <a:noAutofit/>
          </a:bodyPr>
          <a:lstStyle>
            <a:lvl1pPr algn="ctr">
              <a:defRPr lang="en-US" sz="1400" kern="1200" dirty="0" smtClean="0">
                <a:solidFill>
                  <a:srgbClr val="000000"/>
                </a:solidFill>
              </a:defRPr>
            </a:lvl1pPr>
          </a:lstStyle>
          <a:p>
            <a:pPr lvl="0" algn="ctr"/>
            <a:r>
              <a:rPr lang="en-US"/>
              <a:t>Click to edit Box 2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64619" y="6093296"/>
            <a:ext cx="527381" cy="360040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000000"/>
                </a:solidFill>
              </a:defRPr>
            </a:lvl1pPr>
          </a:lstStyle>
          <a:p>
            <a:fld id="{678887E8-0E34-4A1C-8C16-3AB704763284}" type="slidenum">
              <a:rPr lang="en-GB" altLang="en-US" smtClean="0"/>
              <a:pPr/>
              <a:t>‹#›</a:t>
            </a:fld>
            <a:endParaRPr lang="en-GB" altLang="en-US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579968" y="436910"/>
            <a:ext cx="11032088" cy="831850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Slide title</a:t>
            </a:r>
            <a:br>
              <a:rPr lang="en-US"/>
            </a:b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660133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974" y="1594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"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3" name="Object 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4" y="1594"/>
                        <a:ext cx="1953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" name="Text Placeholder 10"/>
          <p:cNvSpPr>
            <a:spLocks noGrp="1"/>
          </p:cNvSpPr>
          <p:nvPr>
            <p:ph type="body" idx="1"/>
          </p:nvPr>
        </p:nvSpPr>
        <p:spPr>
          <a:xfrm>
            <a:off x="579968" y="1568495"/>
            <a:ext cx="4845544" cy="529246"/>
          </a:xfrm>
          <a:prstGeom prst="rect">
            <a:avLst/>
          </a:prstGeom>
          <a:solidFill>
            <a:srgbClr val="005EB8"/>
          </a:solidFill>
        </p:spPr>
        <p:txBody>
          <a:bodyPr anchor="ctr"/>
          <a:lstStyle>
            <a:lvl1pPr algn="ctr"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7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579968" y="2097741"/>
            <a:ext cx="4845544" cy="1548000"/>
          </a:xfrm>
          <a:solidFill>
            <a:schemeClr val="bg1">
              <a:lumMod val="95000"/>
            </a:schemeClr>
          </a:solidFill>
        </p:spPr>
        <p:txBody>
          <a:bodyPr lIns="72000" tIns="90000" rIns="72000" bIns="72000"/>
          <a:lstStyle>
            <a:lvl1pPr>
              <a:defRPr sz="14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0" name="Text Placeholder 20"/>
          <p:cNvSpPr>
            <a:spLocks noGrp="1"/>
          </p:cNvSpPr>
          <p:nvPr>
            <p:ph type="body" sz="quarter" idx="11" hasCustomPrompt="1"/>
          </p:nvPr>
        </p:nvSpPr>
        <p:spPr>
          <a:xfrm>
            <a:off x="579967" y="6293224"/>
            <a:ext cx="11032088" cy="304128"/>
          </a:xfrm>
          <a:prstGeom prst="rect">
            <a:avLst/>
          </a:prstGeom>
        </p:spPr>
        <p:txBody>
          <a:bodyPr anchor="b"/>
          <a:lstStyle>
            <a:lvl1pPr marL="0" indent="0">
              <a:buFont typeface="Arial" panose="020B0604020202020204" pitchFamily="34" charset="0"/>
              <a:buNone/>
              <a:defRPr sz="923" b="0"/>
            </a:lvl1pPr>
            <a:lvl2pPr marL="332651" indent="-169989">
              <a:buFont typeface="Arial" panose="020B0604020202020204" pitchFamily="34" charset="0"/>
              <a:buChar char="•"/>
              <a:defRPr sz="1292"/>
            </a:lvl2pPr>
            <a:lvl3pPr marL="665301" indent="-256449">
              <a:buFont typeface="Courier New" panose="02070309020205020404" pitchFamily="49" charset="0"/>
              <a:buChar char="o"/>
              <a:defRPr sz="1292" baseline="0"/>
            </a:lvl3pPr>
          </a:lstStyle>
          <a:p>
            <a:pPr lvl="0"/>
            <a:r>
              <a:rPr lang="en-US"/>
              <a:t>Click to add notes or sources</a:t>
            </a:r>
          </a:p>
        </p:txBody>
      </p:sp>
      <p:sp>
        <p:nvSpPr>
          <p:cNvPr id="61" name="Text Placeholder 10"/>
          <p:cNvSpPr>
            <a:spLocks noGrp="1"/>
          </p:cNvSpPr>
          <p:nvPr>
            <p:ph type="body" idx="15"/>
          </p:nvPr>
        </p:nvSpPr>
        <p:spPr>
          <a:xfrm>
            <a:off x="6819075" y="1568495"/>
            <a:ext cx="4845544" cy="529246"/>
          </a:xfrm>
          <a:prstGeom prst="rect">
            <a:avLst/>
          </a:prstGeom>
          <a:solidFill>
            <a:srgbClr val="005EB8"/>
          </a:solidFill>
        </p:spPr>
        <p:txBody>
          <a:bodyPr anchor="ctr"/>
          <a:lstStyle>
            <a:lvl1pPr algn="ctr"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Text Placeholder 12"/>
          <p:cNvSpPr>
            <a:spLocks noGrp="1"/>
          </p:cNvSpPr>
          <p:nvPr>
            <p:ph type="body" sz="quarter" idx="16"/>
          </p:nvPr>
        </p:nvSpPr>
        <p:spPr>
          <a:xfrm>
            <a:off x="6819075" y="2097741"/>
            <a:ext cx="4845544" cy="1548000"/>
          </a:xfrm>
          <a:solidFill>
            <a:schemeClr val="bg1">
              <a:lumMod val="95000"/>
            </a:schemeClr>
          </a:solidFill>
        </p:spPr>
        <p:txBody>
          <a:bodyPr lIns="72000" tIns="90000" rIns="72000" bIns="72000"/>
          <a:lstStyle>
            <a:lvl1pPr>
              <a:defRPr sz="14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3" name="Text Placeholder 10"/>
          <p:cNvSpPr>
            <a:spLocks noGrp="1"/>
          </p:cNvSpPr>
          <p:nvPr>
            <p:ph type="body" idx="17"/>
          </p:nvPr>
        </p:nvSpPr>
        <p:spPr>
          <a:xfrm>
            <a:off x="579968" y="3861048"/>
            <a:ext cx="4845544" cy="529246"/>
          </a:xfrm>
          <a:prstGeom prst="rect">
            <a:avLst/>
          </a:prstGeom>
          <a:solidFill>
            <a:srgbClr val="005EB8"/>
          </a:solidFill>
        </p:spPr>
        <p:txBody>
          <a:bodyPr anchor="ctr"/>
          <a:lstStyle>
            <a:lvl1pPr algn="ctr"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4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579968" y="4390294"/>
            <a:ext cx="4845544" cy="1548000"/>
          </a:xfrm>
          <a:solidFill>
            <a:schemeClr val="bg1">
              <a:lumMod val="95000"/>
            </a:schemeClr>
          </a:solidFill>
        </p:spPr>
        <p:txBody>
          <a:bodyPr lIns="72000" tIns="90000" rIns="72000" bIns="72000"/>
          <a:lstStyle>
            <a:lvl1pPr>
              <a:defRPr sz="14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5" name="Text Placeholder 10"/>
          <p:cNvSpPr>
            <a:spLocks noGrp="1"/>
          </p:cNvSpPr>
          <p:nvPr>
            <p:ph type="body" idx="19"/>
          </p:nvPr>
        </p:nvSpPr>
        <p:spPr>
          <a:xfrm>
            <a:off x="6819075" y="3861048"/>
            <a:ext cx="4845544" cy="529246"/>
          </a:xfrm>
          <a:prstGeom prst="rect">
            <a:avLst/>
          </a:prstGeom>
          <a:solidFill>
            <a:srgbClr val="005EB8"/>
          </a:solidFill>
        </p:spPr>
        <p:txBody>
          <a:bodyPr anchor="ctr"/>
          <a:lstStyle>
            <a:lvl1pPr algn="ctr"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6" name="Text Placeholder 12"/>
          <p:cNvSpPr>
            <a:spLocks noGrp="1"/>
          </p:cNvSpPr>
          <p:nvPr>
            <p:ph type="body" sz="quarter" idx="20"/>
          </p:nvPr>
        </p:nvSpPr>
        <p:spPr>
          <a:xfrm>
            <a:off x="6819075" y="4390294"/>
            <a:ext cx="4845544" cy="1548000"/>
          </a:xfrm>
          <a:solidFill>
            <a:schemeClr val="bg1">
              <a:lumMod val="95000"/>
            </a:schemeClr>
          </a:solidFill>
        </p:spPr>
        <p:txBody>
          <a:bodyPr lIns="72000" tIns="90000" rIns="72000" bIns="72000"/>
          <a:lstStyle>
            <a:lvl1pPr>
              <a:defRPr sz="14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64619" y="6093296"/>
            <a:ext cx="527381" cy="360040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000000"/>
                </a:solidFill>
              </a:defRPr>
            </a:lvl1pPr>
          </a:lstStyle>
          <a:p>
            <a:fld id="{678887E8-0E34-4A1C-8C16-3AB704763284}" type="slidenum">
              <a:rPr lang="en-GB" altLang="en-US" smtClean="0"/>
              <a:pPr/>
              <a:t>‹#›</a:t>
            </a:fld>
            <a:endParaRPr lang="en-GB" altLang="en-US"/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>
          <a:xfrm>
            <a:off x="579968" y="436910"/>
            <a:ext cx="11032088" cy="831850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Slide title</a:t>
            </a:r>
            <a:br>
              <a:rPr lang="en-US"/>
            </a:b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5249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974" y="1594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"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6" name="Object 5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4" y="1594"/>
                        <a:ext cx="1953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580293" y="2437799"/>
            <a:ext cx="11084325" cy="644525"/>
          </a:xfr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0" tIns="44439" rIns="0" bIns="44439" numCol="1" anchor="ctr" anchorCtr="0" compatLnSpc="1">
            <a:prstTxWarp prst="textNoShape">
              <a:avLst/>
            </a:prstTxWarp>
          </a:bodyPr>
          <a:lstStyle>
            <a:lvl1pPr>
              <a:defRPr lang="en-US" sz="1600" smtClean="0">
                <a:solidFill>
                  <a:schemeClr val="bg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defRPr lang="en-US" sz="2215" b="1" smtClean="0">
                <a:solidFill>
                  <a:schemeClr val="tx2"/>
                </a:solidFill>
                <a:latin typeface="Trebuchet MS" pitchFamily="34" charset="0"/>
                <a:cs typeface="Arial" charset="0"/>
              </a:defRPr>
            </a:lvl2pPr>
            <a:lvl3pPr>
              <a:defRPr lang="en-US" sz="2215" b="1" smtClean="0">
                <a:solidFill>
                  <a:schemeClr val="tx2"/>
                </a:solidFill>
                <a:latin typeface="Trebuchet MS" pitchFamily="34" charset="0"/>
                <a:cs typeface="Arial" charset="0"/>
              </a:defRPr>
            </a:lvl3pPr>
            <a:lvl4pPr>
              <a:defRPr lang="en-US" sz="2215" b="1" smtClean="0">
                <a:solidFill>
                  <a:schemeClr val="tx2"/>
                </a:solidFill>
                <a:latin typeface="Trebuchet MS" pitchFamily="34" charset="0"/>
                <a:cs typeface="Arial" charset="0"/>
              </a:defRPr>
            </a:lvl4pPr>
            <a:lvl5pPr>
              <a:defRPr lang="en-GB" sz="2215" b="1">
                <a:solidFill>
                  <a:schemeClr val="tx2"/>
                </a:solidFill>
                <a:latin typeface="Trebuchet MS" pitchFamily="34" charset="0"/>
                <a:cs typeface="Arial" charset="0"/>
              </a:defRPr>
            </a:lvl5pPr>
          </a:lstStyle>
          <a:p>
            <a:pPr lvl="0">
              <a:spcBef>
                <a:spcPct val="0"/>
              </a:spcBef>
            </a:pPr>
            <a:r>
              <a:rPr lang="en-US"/>
              <a:t>Section 2</a:t>
            </a:r>
            <a:endParaRPr lang="en-GB"/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580293" y="3166602"/>
            <a:ext cx="11084325" cy="644525"/>
          </a:xfr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0" tIns="44439" rIns="0" bIns="44439" numCol="1" anchor="ctr" anchorCtr="0" compatLnSpc="1">
            <a:prstTxWarp prst="textNoShape">
              <a:avLst/>
            </a:prstTxWarp>
          </a:bodyPr>
          <a:lstStyle>
            <a:lvl1pPr>
              <a:defRPr lang="en-US" sz="1600" smtClean="0">
                <a:solidFill>
                  <a:schemeClr val="bg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defRPr lang="en-US" sz="2215" b="1" smtClean="0">
                <a:solidFill>
                  <a:schemeClr val="tx2"/>
                </a:solidFill>
                <a:latin typeface="Trebuchet MS" pitchFamily="34" charset="0"/>
                <a:cs typeface="Arial" charset="0"/>
              </a:defRPr>
            </a:lvl2pPr>
            <a:lvl3pPr>
              <a:defRPr lang="en-US" sz="2215" b="1" smtClean="0">
                <a:solidFill>
                  <a:schemeClr val="tx2"/>
                </a:solidFill>
                <a:latin typeface="Trebuchet MS" pitchFamily="34" charset="0"/>
                <a:cs typeface="Arial" charset="0"/>
              </a:defRPr>
            </a:lvl3pPr>
            <a:lvl4pPr>
              <a:defRPr lang="en-US" sz="2215" b="1" smtClean="0">
                <a:solidFill>
                  <a:schemeClr val="tx2"/>
                </a:solidFill>
                <a:latin typeface="Trebuchet MS" pitchFamily="34" charset="0"/>
                <a:cs typeface="Arial" charset="0"/>
              </a:defRPr>
            </a:lvl4pPr>
            <a:lvl5pPr>
              <a:defRPr lang="en-GB" sz="2215" b="1">
                <a:solidFill>
                  <a:schemeClr val="tx2"/>
                </a:solidFill>
                <a:latin typeface="Trebuchet MS" pitchFamily="34" charset="0"/>
                <a:cs typeface="Arial" charset="0"/>
              </a:defRPr>
            </a:lvl5pPr>
          </a:lstStyle>
          <a:p>
            <a:pPr lvl="0">
              <a:spcBef>
                <a:spcPct val="0"/>
              </a:spcBef>
            </a:pPr>
            <a:r>
              <a:rPr lang="en-US"/>
              <a:t>Section 3</a:t>
            </a:r>
            <a:endParaRPr lang="en-GB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0293" y="3895402"/>
            <a:ext cx="11084325" cy="644525"/>
          </a:xfr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0" tIns="44439" rIns="0" bIns="44439" numCol="1" anchor="ctr" anchorCtr="0" compatLnSpc="1">
            <a:prstTxWarp prst="textNoShape">
              <a:avLst/>
            </a:prstTxWarp>
          </a:bodyPr>
          <a:lstStyle>
            <a:lvl1pPr>
              <a:defRPr lang="en-US" sz="1600" smtClean="0">
                <a:solidFill>
                  <a:srgbClr val="005EB8"/>
                </a:solidFill>
                <a:latin typeface="+mj-lt"/>
                <a:ea typeface="+mj-ea"/>
                <a:cs typeface="+mj-cs"/>
              </a:defRPr>
            </a:lvl1pPr>
            <a:lvl2pPr>
              <a:defRPr lang="en-US" sz="2215" b="1" smtClean="0">
                <a:solidFill>
                  <a:schemeClr val="tx2"/>
                </a:solidFill>
                <a:latin typeface="Trebuchet MS" pitchFamily="34" charset="0"/>
                <a:cs typeface="Arial" charset="0"/>
              </a:defRPr>
            </a:lvl2pPr>
            <a:lvl3pPr>
              <a:defRPr lang="en-US" sz="2215" b="1" smtClean="0">
                <a:solidFill>
                  <a:schemeClr val="tx2"/>
                </a:solidFill>
                <a:latin typeface="Trebuchet MS" pitchFamily="34" charset="0"/>
                <a:cs typeface="Arial" charset="0"/>
              </a:defRPr>
            </a:lvl3pPr>
            <a:lvl4pPr>
              <a:defRPr lang="en-US" sz="2215" b="1" smtClean="0">
                <a:solidFill>
                  <a:schemeClr val="tx2"/>
                </a:solidFill>
                <a:latin typeface="Trebuchet MS" pitchFamily="34" charset="0"/>
                <a:cs typeface="Arial" charset="0"/>
              </a:defRPr>
            </a:lvl4pPr>
            <a:lvl5pPr>
              <a:defRPr lang="en-GB" sz="2215" b="1">
                <a:solidFill>
                  <a:schemeClr val="tx2"/>
                </a:solidFill>
                <a:latin typeface="Trebuchet MS" pitchFamily="34" charset="0"/>
                <a:cs typeface="Arial" charset="0"/>
              </a:defRPr>
            </a:lvl5pPr>
          </a:lstStyle>
          <a:p>
            <a:pPr lvl="0">
              <a:spcBef>
                <a:spcPct val="0"/>
              </a:spcBef>
            </a:pPr>
            <a:r>
              <a:rPr lang="en-US"/>
              <a:t>This section</a:t>
            </a:r>
            <a:endParaRPr lang="en-GB"/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580293" y="4624206"/>
            <a:ext cx="11084325" cy="644525"/>
          </a:xfr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0" tIns="44439" rIns="0" bIns="44439" numCol="1" anchor="ctr" anchorCtr="0" compatLnSpc="1">
            <a:prstTxWarp prst="textNoShape">
              <a:avLst/>
            </a:prstTxWarp>
          </a:bodyPr>
          <a:lstStyle>
            <a:lvl1pPr>
              <a:defRPr lang="en-US" sz="1600" smtClean="0">
                <a:solidFill>
                  <a:schemeClr val="bg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defRPr lang="en-US" sz="2215" b="1" smtClean="0">
                <a:solidFill>
                  <a:schemeClr val="tx2"/>
                </a:solidFill>
                <a:latin typeface="Trebuchet MS" pitchFamily="34" charset="0"/>
                <a:cs typeface="Arial" charset="0"/>
              </a:defRPr>
            </a:lvl2pPr>
            <a:lvl3pPr>
              <a:defRPr lang="en-US" sz="2215" b="1" smtClean="0">
                <a:solidFill>
                  <a:schemeClr val="tx2"/>
                </a:solidFill>
                <a:latin typeface="Trebuchet MS" pitchFamily="34" charset="0"/>
                <a:cs typeface="Arial" charset="0"/>
              </a:defRPr>
            </a:lvl3pPr>
            <a:lvl4pPr>
              <a:defRPr lang="en-US" sz="2215" b="1" smtClean="0">
                <a:solidFill>
                  <a:schemeClr val="tx2"/>
                </a:solidFill>
                <a:latin typeface="Trebuchet MS" pitchFamily="34" charset="0"/>
                <a:cs typeface="Arial" charset="0"/>
              </a:defRPr>
            </a:lvl4pPr>
            <a:lvl5pPr>
              <a:defRPr lang="en-GB" sz="2215" b="1">
                <a:solidFill>
                  <a:schemeClr val="tx2"/>
                </a:solidFill>
                <a:latin typeface="Trebuchet MS" pitchFamily="34" charset="0"/>
                <a:cs typeface="Arial" charset="0"/>
              </a:defRPr>
            </a:lvl5pPr>
          </a:lstStyle>
          <a:p>
            <a:pPr lvl="0">
              <a:spcBef>
                <a:spcPct val="0"/>
              </a:spcBef>
            </a:pPr>
            <a:r>
              <a:rPr lang="en-US"/>
              <a:t>Section 5</a:t>
            </a:r>
            <a:endParaRPr lang="en-GB"/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580293" y="1708995"/>
            <a:ext cx="11084325" cy="644525"/>
          </a:xfr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0" tIns="44439" rIns="0" bIns="44439" numCol="1" anchor="ctr" anchorCtr="0" compatLnSpc="1">
            <a:prstTxWarp prst="textNoShape">
              <a:avLst/>
            </a:prstTxWarp>
          </a:bodyPr>
          <a:lstStyle>
            <a:lvl1pPr>
              <a:defRPr lang="en-US" sz="1600" baseline="0" smtClean="0">
                <a:solidFill>
                  <a:schemeClr val="bg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defRPr lang="en-US" sz="2215" b="1" smtClean="0">
                <a:solidFill>
                  <a:schemeClr val="tx2"/>
                </a:solidFill>
                <a:latin typeface="Trebuchet MS" pitchFamily="34" charset="0"/>
                <a:cs typeface="Arial" charset="0"/>
              </a:defRPr>
            </a:lvl2pPr>
            <a:lvl3pPr>
              <a:defRPr lang="en-US" sz="2215" b="1" smtClean="0">
                <a:solidFill>
                  <a:schemeClr val="tx2"/>
                </a:solidFill>
                <a:latin typeface="Trebuchet MS" pitchFamily="34" charset="0"/>
                <a:cs typeface="Arial" charset="0"/>
              </a:defRPr>
            </a:lvl3pPr>
            <a:lvl4pPr>
              <a:defRPr lang="en-US" sz="2215" b="1" smtClean="0">
                <a:solidFill>
                  <a:schemeClr val="tx2"/>
                </a:solidFill>
                <a:latin typeface="Trebuchet MS" pitchFamily="34" charset="0"/>
                <a:cs typeface="Arial" charset="0"/>
              </a:defRPr>
            </a:lvl4pPr>
            <a:lvl5pPr>
              <a:defRPr lang="en-GB" sz="2215" b="1">
                <a:solidFill>
                  <a:schemeClr val="tx2"/>
                </a:solidFill>
                <a:latin typeface="Trebuchet MS" pitchFamily="34" charset="0"/>
                <a:cs typeface="Arial" charset="0"/>
              </a:defRPr>
            </a:lvl5pPr>
          </a:lstStyle>
          <a:p>
            <a:pPr lvl="0">
              <a:spcBef>
                <a:spcPct val="0"/>
              </a:spcBef>
            </a:pPr>
            <a:r>
              <a:rPr lang="en-US"/>
              <a:t>Section 1</a:t>
            </a:r>
            <a:endParaRPr lang="en-GB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64619" y="6093296"/>
            <a:ext cx="527381" cy="360040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000000"/>
                </a:solidFill>
              </a:defRPr>
            </a:lvl1pPr>
          </a:lstStyle>
          <a:p>
            <a:fld id="{678887E8-0E34-4A1C-8C16-3AB704763284}" type="slidenum">
              <a:rPr lang="en-GB" altLang="en-US" smtClean="0"/>
              <a:pPr/>
              <a:t>‹#›</a:t>
            </a:fld>
            <a:endParaRPr lang="en-GB" altLang="en-US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79968" y="436910"/>
            <a:ext cx="11032088" cy="831850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Slide title</a:t>
            </a:r>
            <a:br>
              <a:rPr lang="en-US"/>
            </a:b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845283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DDB11-338B-43BD-B28B-1BCDDE2FF7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617227-ED3D-4EF2-90DA-5302AF8BA5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B2407-8275-44F1-9CEB-B390B9837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/>
            <a:fld id="{7C3CA8D7-C870-457E-8FE1-83525DBABFE0}" type="datetimeFigureOut">
              <a:rPr lang="en-GB" smtClean="0">
                <a:solidFill>
                  <a:srgbClr val="000000"/>
                </a:solidFill>
              </a:rPr>
              <a:pPr defTabSz="457200"/>
              <a:t>01/11/2022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C22A67-8941-4560-B7F3-D97AFA72A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200"/>
            <a:endParaRPr lang="en-GB">
              <a:solidFill>
                <a:srgbClr val="00000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49FB7C-E186-4FC1-9963-5315F103E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A4050-D968-4589-ACDB-DD2A57B1A00E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03488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728" name="Rectangle 152" hidden="1"/>
          <p:cNvGraphicFramePr>
            <a:graphicFrameLocks/>
          </p:cNvGraphicFramePr>
          <p:nvPr>
            <p:custDataLst>
              <p:tags r:id="rId2"/>
            </p:custDataLst>
          </p:nvPr>
        </p:nvGraphicFramePr>
        <p:xfrm>
          <a:off x="0" y="0"/>
          <a:ext cx="211667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4" name="think-cell Slide" r:id="rId4" imgW="0" imgH="0" progId="TCLayout.ActiveDocument.1">
                  <p:embed/>
                </p:oleObj>
              </mc:Choice>
              <mc:Fallback>
                <p:oleObj name="think-cell Slide" r:id="rId4" imgW="0" imgH="0" progId="TCLayout.ActiveDocument.1">
                  <p:embed/>
                  <p:pic>
                    <p:nvPicPr>
                      <p:cNvPr id="24728" name="Rectangle 152" hidden="1"/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211667" cy="158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itle 9"/>
          <p:cNvSpPr>
            <a:spLocks noGrp="1"/>
          </p:cNvSpPr>
          <p:nvPr>
            <p:ph type="title"/>
          </p:nvPr>
        </p:nvSpPr>
        <p:spPr>
          <a:xfrm>
            <a:off x="527051" y="2480566"/>
            <a:ext cx="11089219" cy="2160734"/>
          </a:xfrm>
        </p:spPr>
        <p:txBody>
          <a:bodyPr/>
          <a:lstStyle>
            <a:lvl1pPr>
              <a:defRPr sz="2769">
                <a:solidFill>
                  <a:srgbClr val="0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6" name="Text Placeholder 11"/>
          <p:cNvSpPr>
            <a:spLocks noGrp="1"/>
          </p:cNvSpPr>
          <p:nvPr>
            <p:ph type="body" sz="quarter" idx="10"/>
          </p:nvPr>
        </p:nvSpPr>
        <p:spPr>
          <a:xfrm>
            <a:off x="527051" y="4949720"/>
            <a:ext cx="11089219" cy="991523"/>
          </a:xfrm>
        </p:spPr>
        <p:txBody>
          <a:bodyPr/>
          <a:lstStyle>
            <a:lvl1pPr>
              <a:defRPr sz="1800" b="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035194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974" y="1594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8"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6" name="Object 5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4" y="1594"/>
                        <a:ext cx="1953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9968" y="436910"/>
            <a:ext cx="11032088" cy="831850"/>
          </a:xfrm>
        </p:spPr>
        <p:txBody>
          <a:bodyPr/>
          <a:lstStyle>
            <a:lvl1pPr>
              <a:defRPr sz="2400">
                <a:solidFill>
                  <a:srgbClr val="000000"/>
                </a:solidFill>
              </a:defRPr>
            </a:lvl1pPr>
          </a:lstStyle>
          <a:p>
            <a:r>
              <a:rPr lang="en-US"/>
              <a:t>Slide title</a:t>
            </a:r>
            <a:br>
              <a:rPr lang="en-US"/>
            </a:b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579989" y="1509715"/>
            <a:ext cx="11032068" cy="4439566"/>
          </a:xfrm>
        </p:spPr>
        <p:txBody>
          <a:bodyPr/>
          <a:lstStyle>
            <a:lvl1pPr>
              <a:defRPr sz="1400" baseline="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64619" y="6093296"/>
            <a:ext cx="527381" cy="360040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000000"/>
                </a:solidFill>
              </a:defRPr>
            </a:lvl1pPr>
          </a:lstStyle>
          <a:p>
            <a:fld id="{678887E8-0E34-4A1C-8C16-3AB704763284}" type="slidenum">
              <a:rPr lang="en-GB" altLang="en-US" smtClean="0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21223074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slide with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974" y="1594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2"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6" name="Object 5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4" y="1594"/>
                        <a:ext cx="1953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9968" y="436910"/>
            <a:ext cx="11032088" cy="831850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Slide title</a:t>
            </a:r>
            <a:br>
              <a:rPr lang="en-US"/>
            </a:b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579989" y="1509715"/>
            <a:ext cx="11032068" cy="4440236"/>
          </a:xfrm>
        </p:spPr>
        <p:txBody>
          <a:bodyPr/>
          <a:lstStyle>
            <a:lvl1pPr>
              <a:defRPr sz="1400" b="0" baseline="0"/>
            </a:lvl1pPr>
            <a:lvl2pPr>
              <a:defRPr sz="1400" b="0"/>
            </a:lvl2pPr>
            <a:lvl3pPr>
              <a:defRPr sz="1400" b="0"/>
            </a:lvl3pPr>
            <a:lvl4pPr>
              <a:defRPr sz="1400" b="0"/>
            </a:lvl4pPr>
            <a:lvl5pPr>
              <a:defRPr sz="1400" b="0"/>
            </a:lvl5pPr>
          </a:lstStyle>
          <a:p>
            <a:pPr lvl="0"/>
            <a:r>
              <a:rPr lang="en-US"/>
              <a:t>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ext Placeholder 36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2634695" y="5280254"/>
            <a:ext cx="6922632" cy="669027"/>
          </a:xfrm>
          <a:prstGeom prst="rect">
            <a:avLst/>
          </a:prstGeom>
          <a:solidFill>
            <a:srgbClr val="005EB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91440" rIns="91440" bIns="91440" numCol="1" rtlCol="0" anchor="ctr" anchorCtr="0" compatLnSpc="1">
            <a:prstTxWarp prst="textNoShape">
              <a:avLst/>
            </a:prstTxWarp>
            <a:noAutofit/>
          </a:bodyPr>
          <a:lstStyle>
            <a:lvl1pPr algn="ctr">
              <a:defRPr kumimoji="0" lang="en-US" i="0" u="none" strike="noStrike" kern="1200" cap="none" normalizeH="0" baseline="0" smtClean="0">
                <a:solidFill>
                  <a:schemeClr val="bg1"/>
                </a:solidFill>
                <a:effectLst/>
              </a:defRPr>
            </a:lvl1pPr>
            <a:lvl2pPr>
              <a:defRPr lang="en-US" sz="1292" kern="1200" smtClean="0">
                <a:ea typeface="+mn-ea"/>
              </a:defRPr>
            </a:lvl2pPr>
            <a:lvl3pPr>
              <a:defRPr lang="en-US" sz="1292" kern="1200" smtClean="0">
                <a:ea typeface="+mn-ea"/>
              </a:defRPr>
            </a:lvl3pPr>
            <a:lvl4pPr>
              <a:defRPr lang="en-US" sz="1292" kern="1200" smtClean="0">
                <a:ea typeface="+mn-ea"/>
              </a:defRPr>
            </a:lvl4pPr>
            <a:lvl5pPr>
              <a:defRPr lang="en-GB" sz="1292" kern="1200">
                <a:ea typeface="+mn-ea"/>
              </a:defRPr>
            </a:lvl5pPr>
          </a:lstStyle>
          <a:p>
            <a:pPr marL="0" marR="0" lvl="0" indent="0" algn="ctr" latinLnBrk="0"/>
            <a:r>
              <a:rPr lang="en-US"/>
              <a:t>Click to edit text. Use this ‘takeaway box’ to </a:t>
            </a:r>
            <a:r>
              <a:rPr lang="en-US" err="1"/>
              <a:t>summarise</a:t>
            </a:r>
            <a:r>
              <a:rPr lang="en-US"/>
              <a:t> the key message of the slide</a:t>
            </a:r>
            <a:endParaRPr lang="en-GB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64619" y="6093296"/>
            <a:ext cx="527381" cy="360040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000000"/>
                </a:solidFill>
              </a:defRPr>
            </a:lvl1pPr>
          </a:lstStyle>
          <a:p>
            <a:fld id="{678887E8-0E34-4A1C-8C16-3AB704763284}" type="slidenum">
              <a:rPr lang="en-GB" altLang="en-US" smtClean="0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92919912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alue ch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2"/>
          <p:cNvSpPr>
            <a:spLocks noGrp="1"/>
          </p:cNvSpPr>
          <p:nvPr>
            <p:ph type="body" idx="1"/>
          </p:nvPr>
        </p:nvSpPr>
        <p:spPr>
          <a:xfrm>
            <a:off x="579969" y="1568495"/>
            <a:ext cx="3756193" cy="529246"/>
          </a:xfrm>
          <a:prstGeom prst="homePlate">
            <a:avLst>
              <a:gd name="adj" fmla="val 37104"/>
            </a:avLst>
          </a:prstGeom>
          <a:solidFill>
            <a:srgbClr val="005EB8"/>
          </a:solidFill>
          <a:ln>
            <a:noFill/>
          </a:ln>
        </p:spPr>
        <p:txBody>
          <a:bodyPr lIns="72000" rIns="72000" anchor="ctr"/>
          <a:lstStyle>
            <a:lvl1pPr marL="0" indent="0" algn="ctr">
              <a:spcBef>
                <a:spcPts val="0"/>
              </a:spcBef>
              <a:buNone/>
              <a:defRPr sz="1400" b="1" u="none">
                <a:solidFill>
                  <a:schemeClr val="bg1"/>
                </a:solidFill>
              </a:defRPr>
            </a:lvl1pPr>
            <a:lvl2pPr marL="422041" indent="0">
              <a:buNone/>
              <a:defRPr sz="1662">
                <a:solidFill>
                  <a:schemeClr val="tx1">
                    <a:tint val="75000"/>
                  </a:schemeClr>
                </a:solidFill>
              </a:defRPr>
            </a:lvl2pPr>
            <a:lvl3pPr marL="844083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3pPr>
            <a:lvl4pPr marL="1266124" indent="0">
              <a:buNone/>
              <a:defRPr sz="1292">
                <a:solidFill>
                  <a:schemeClr val="tx1">
                    <a:tint val="75000"/>
                  </a:schemeClr>
                </a:solidFill>
              </a:defRPr>
            </a:lvl4pPr>
            <a:lvl5pPr marL="1688165" indent="0">
              <a:buNone/>
              <a:defRPr sz="1292">
                <a:solidFill>
                  <a:schemeClr val="tx1">
                    <a:tint val="75000"/>
                  </a:schemeClr>
                </a:solidFill>
              </a:defRPr>
            </a:lvl5pPr>
            <a:lvl6pPr marL="2110207" indent="0">
              <a:buNone/>
              <a:defRPr sz="1292">
                <a:solidFill>
                  <a:schemeClr val="tx1">
                    <a:tint val="75000"/>
                  </a:schemeClr>
                </a:solidFill>
              </a:defRPr>
            </a:lvl6pPr>
            <a:lvl7pPr marL="2532248" indent="0">
              <a:buNone/>
              <a:defRPr sz="1292">
                <a:solidFill>
                  <a:schemeClr val="tx1">
                    <a:tint val="75000"/>
                  </a:schemeClr>
                </a:solidFill>
              </a:defRPr>
            </a:lvl7pPr>
            <a:lvl8pPr marL="2954289" indent="0">
              <a:buNone/>
              <a:defRPr sz="1292">
                <a:solidFill>
                  <a:schemeClr val="tx1">
                    <a:tint val="75000"/>
                  </a:schemeClr>
                </a:solidFill>
              </a:defRPr>
            </a:lvl8pPr>
            <a:lvl9pPr marL="3376331" indent="0">
              <a:buNone/>
              <a:defRPr sz="129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0"/>
          <p:cNvSpPr>
            <a:spLocks noGrp="1"/>
          </p:cNvSpPr>
          <p:nvPr>
            <p:ph type="body" sz="quarter" idx="14" hasCustomPrompt="1"/>
          </p:nvPr>
        </p:nvSpPr>
        <p:spPr>
          <a:xfrm>
            <a:off x="579968" y="2193262"/>
            <a:ext cx="3458288" cy="3756688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 b="0"/>
            </a:lvl1pPr>
            <a:lvl2pPr marL="332651" indent="-169989">
              <a:buFont typeface="Arial" panose="020B0604020202020204" pitchFamily="34" charset="0"/>
              <a:buChar char="•"/>
              <a:defRPr sz="1400" b="0"/>
            </a:lvl2pPr>
            <a:lvl3pPr marL="665301" indent="-256449">
              <a:buFont typeface="Courier New" panose="02070309020205020404" pitchFamily="49" charset="0"/>
              <a:buChar char="o"/>
              <a:defRPr sz="1400" b="0" baseline="0"/>
            </a:lvl3pPr>
          </a:lstStyle>
          <a:p>
            <a:pPr lvl="0"/>
            <a:r>
              <a:rPr lang="en-US"/>
              <a:t>Text box (click to edit content)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 bullet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idx="20"/>
          </p:nvPr>
        </p:nvSpPr>
        <p:spPr>
          <a:xfrm>
            <a:off x="4166685" y="1568495"/>
            <a:ext cx="3756193" cy="529246"/>
          </a:xfrm>
          <a:prstGeom prst="chevron">
            <a:avLst>
              <a:gd name="adj" fmla="val 37296"/>
            </a:avLst>
          </a:prstGeom>
          <a:solidFill>
            <a:srgbClr val="005EB8"/>
          </a:solidFill>
          <a:ln>
            <a:noFill/>
          </a:ln>
        </p:spPr>
        <p:txBody>
          <a:bodyPr lIns="72000" rIns="72000" anchor="ctr"/>
          <a:lstStyle>
            <a:lvl1pPr marL="0" indent="0" algn="ctr">
              <a:spcBef>
                <a:spcPts val="0"/>
              </a:spcBef>
              <a:buNone/>
              <a:defRPr sz="1400" b="1" u="none">
                <a:solidFill>
                  <a:schemeClr val="bg1"/>
                </a:solidFill>
              </a:defRPr>
            </a:lvl1pPr>
            <a:lvl2pPr marL="422041" indent="0">
              <a:buNone/>
              <a:defRPr sz="1662">
                <a:solidFill>
                  <a:schemeClr val="tx1">
                    <a:tint val="75000"/>
                  </a:schemeClr>
                </a:solidFill>
              </a:defRPr>
            </a:lvl2pPr>
            <a:lvl3pPr marL="844083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3pPr>
            <a:lvl4pPr marL="1266124" indent="0">
              <a:buNone/>
              <a:defRPr sz="1292">
                <a:solidFill>
                  <a:schemeClr val="tx1">
                    <a:tint val="75000"/>
                  </a:schemeClr>
                </a:solidFill>
              </a:defRPr>
            </a:lvl4pPr>
            <a:lvl5pPr marL="1688165" indent="0">
              <a:buNone/>
              <a:defRPr sz="1292">
                <a:solidFill>
                  <a:schemeClr val="tx1">
                    <a:tint val="75000"/>
                  </a:schemeClr>
                </a:solidFill>
              </a:defRPr>
            </a:lvl5pPr>
            <a:lvl6pPr marL="2110207" indent="0">
              <a:buNone/>
              <a:defRPr sz="1292">
                <a:solidFill>
                  <a:schemeClr val="tx1">
                    <a:tint val="75000"/>
                  </a:schemeClr>
                </a:solidFill>
              </a:defRPr>
            </a:lvl6pPr>
            <a:lvl7pPr marL="2532248" indent="0">
              <a:buNone/>
              <a:defRPr sz="1292">
                <a:solidFill>
                  <a:schemeClr val="tx1">
                    <a:tint val="75000"/>
                  </a:schemeClr>
                </a:solidFill>
              </a:defRPr>
            </a:lvl7pPr>
            <a:lvl8pPr marL="2954289" indent="0">
              <a:buNone/>
              <a:defRPr sz="1292">
                <a:solidFill>
                  <a:schemeClr val="tx1">
                    <a:tint val="75000"/>
                  </a:schemeClr>
                </a:solidFill>
              </a:defRPr>
            </a:lvl8pPr>
            <a:lvl9pPr marL="3376331" indent="0">
              <a:buNone/>
              <a:defRPr sz="129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"/>
          <p:cNvSpPr>
            <a:spLocks noGrp="1"/>
          </p:cNvSpPr>
          <p:nvPr>
            <p:ph type="body" idx="21"/>
          </p:nvPr>
        </p:nvSpPr>
        <p:spPr>
          <a:xfrm>
            <a:off x="7758084" y="1568495"/>
            <a:ext cx="3756193" cy="529246"/>
          </a:xfrm>
          <a:prstGeom prst="chevron">
            <a:avLst>
              <a:gd name="adj" fmla="val 37296"/>
            </a:avLst>
          </a:prstGeom>
          <a:solidFill>
            <a:srgbClr val="005EB8"/>
          </a:solidFill>
          <a:ln>
            <a:noFill/>
          </a:ln>
        </p:spPr>
        <p:txBody>
          <a:bodyPr lIns="72000" rIns="72000" anchor="ctr"/>
          <a:lstStyle>
            <a:lvl1pPr marL="0" indent="0" algn="ctr">
              <a:spcBef>
                <a:spcPts val="0"/>
              </a:spcBef>
              <a:buNone/>
              <a:defRPr sz="1400" b="1" u="none">
                <a:solidFill>
                  <a:schemeClr val="bg1"/>
                </a:solidFill>
              </a:defRPr>
            </a:lvl1pPr>
            <a:lvl2pPr marL="422041" indent="0">
              <a:buNone/>
              <a:defRPr sz="1662">
                <a:solidFill>
                  <a:schemeClr val="tx1">
                    <a:tint val="75000"/>
                  </a:schemeClr>
                </a:solidFill>
              </a:defRPr>
            </a:lvl2pPr>
            <a:lvl3pPr marL="844083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3pPr>
            <a:lvl4pPr marL="1266124" indent="0">
              <a:buNone/>
              <a:defRPr sz="1292">
                <a:solidFill>
                  <a:schemeClr val="tx1">
                    <a:tint val="75000"/>
                  </a:schemeClr>
                </a:solidFill>
              </a:defRPr>
            </a:lvl4pPr>
            <a:lvl5pPr marL="1688165" indent="0">
              <a:buNone/>
              <a:defRPr sz="1292">
                <a:solidFill>
                  <a:schemeClr val="tx1">
                    <a:tint val="75000"/>
                  </a:schemeClr>
                </a:solidFill>
              </a:defRPr>
            </a:lvl5pPr>
            <a:lvl6pPr marL="2110207" indent="0">
              <a:buNone/>
              <a:defRPr sz="1292">
                <a:solidFill>
                  <a:schemeClr val="tx1">
                    <a:tint val="75000"/>
                  </a:schemeClr>
                </a:solidFill>
              </a:defRPr>
            </a:lvl6pPr>
            <a:lvl7pPr marL="2532248" indent="0">
              <a:buNone/>
              <a:defRPr sz="1292">
                <a:solidFill>
                  <a:schemeClr val="tx1">
                    <a:tint val="75000"/>
                  </a:schemeClr>
                </a:solidFill>
              </a:defRPr>
            </a:lvl7pPr>
            <a:lvl8pPr marL="2954289" indent="0">
              <a:buNone/>
              <a:defRPr sz="1292">
                <a:solidFill>
                  <a:schemeClr val="tx1">
                    <a:tint val="75000"/>
                  </a:schemeClr>
                </a:solidFill>
              </a:defRPr>
            </a:lvl8pPr>
            <a:lvl9pPr marL="3376331" indent="0">
              <a:buNone/>
              <a:defRPr sz="129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0"/>
          <p:cNvSpPr>
            <a:spLocks noGrp="1"/>
          </p:cNvSpPr>
          <p:nvPr>
            <p:ph type="body" sz="quarter" idx="22" hasCustomPrompt="1"/>
          </p:nvPr>
        </p:nvSpPr>
        <p:spPr>
          <a:xfrm>
            <a:off x="4199783" y="2193262"/>
            <a:ext cx="3458288" cy="3756688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 b="0"/>
            </a:lvl1pPr>
            <a:lvl2pPr marL="332651" indent="-169989">
              <a:buFont typeface="Arial" panose="020B0604020202020204" pitchFamily="34" charset="0"/>
              <a:buChar char="•"/>
              <a:defRPr sz="1400" b="0"/>
            </a:lvl2pPr>
            <a:lvl3pPr marL="665301" indent="-256449">
              <a:buFont typeface="Courier New" panose="02070309020205020404" pitchFamily="49" charset="0"/>
              <a:buChar char="o"/>
              <a:defRPr sz="1400" b="0" baseline="0"/>
            </a:lvl3pPr>
          </a:lstStyle>
          <a:p>
            <a:pPr lvl="0"/>
            <a:r>
              <a:rPr lang="en-US"/>
              <a:t>Text box (click to edit content)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 bullet</a:t>
            </a:r>
          </a:p>
        </p:txBody>
      </p:sp>
      <p:sp>
        <p:nvSpPr>
          <p:cNvPr id="17" name="Text Placeholder 20"/>
          <p:cNvSpPr>
            <a:spLocks noGrp="1"/>
          </p:cNvSpPr>
          <p:nvPr>
            <p:ph type="body" sz="quarter" idx="23" hasCustomPrompt="1"/>
          </p:nvPr>
        </p:nvSpPr>
        <p:spPr>
          <a:xfrm>
            <a:off x="7803049" y="2193262"/>
            <a:ext cx="3458288" cy="3756688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 b="0"/>
            </a:lvl1pPr>
            <a:lvl2pPr marL="332651" indent="-169989">
              <a:buFont typeface="Arial" panose="020B0604020202020204" pitchFamily="34" charset="0"/>
              <a:buChar char="•"/>
              <a:defRPr sz="1400" b="0"/>
            </a:lvl2pPr>
            <a:lvl3pPr marL="665301" indent="-256449">
              <a:buFont typeface="Courier New" panose="02070309020205020404" pitchFamily="49" charset="0"/>
              <a:buChar char="o"/>
              <a:defRPr sz="1400" b="0" baseline="0"/>
            </a:lvl3pPr>
          </a:lstStyle>
          <a:p>
            <a:pPr lvl="0"/>
            <a:r>
              <a:rPr lang="en-US"/>
              <a:t>Text box (click to edit content)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 bullet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64619" y="6093296"/>
            <a:ext cx="527381" cy="360040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000000"/>
                </a:solidFill>
              </a:defRPr>
            </a:lvl1pPr>
          </a:lstStyle>
          <a:p>
            <a:fld id="{678887E8-0E34-4A1C-8C16-3AB704763284}" type="slidenum">
              <a:rPr lang="en-GB" altLang="en-US" smtClean="0"/>
              <a:pPr/>
              <a:t>‹#›</a:t>
            </a:fld>
            <a:endParaRPr lang="en-GB" altLang="en-US"/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579968" y="436910"/>
            <a:ext cx="11032088" cy="831850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Slide title</a:t>
            </a:r>
            <a:br>
              <a:rPr lang="en-US"/>
            </a:b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639287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20"/>
          <p:cNvSpPr>
            <a:spLocks noGrp="1"/>
          </p:cNvSpPr>
          <p:nvPr>
            <p:ph type="body" sz="quarter" idx="10" hasCustomPrompt="1"/>
          </p:nvPr>
        </p:nvSpPr>
        <p:spPr>
          <a:xfrm>
            <a:off x="6624619" y="2286004"/>
            <a:ext cx="5040000" cy="3663947"/>
          </a:xfrm>
          <a:prstGeom prst="rect">
            <a:avLst/>
          </a:prstGeom>
        </p:spPr>
        <p:txBody>
          <a:bodyPr lIns="72000"/>
          <a:lstStyle>
            <a:lvl1pPr marL="0" indent="0">
              <a:buFont typeface="Arial" panose="020B0604020202020204" pitchFamily="34" charset="0"/>
              <a:buNone/>
              <a:defRPr sz="1400" b="0"/>
            </a:lvl1pPr>
            <a:lvl2pPr marL="332651" indent="-169989">
              <a:buFont typeface="Arial" panose="020B0604020202020204" pitchFamily="34" charset="0"/>
              <a:buChar char="•"/>
              <a:defRPr sz="1400" b="0"/>
            </a:lvl2pPr>
            <a:lvl3pPr marL="665301" indent="-256449">
              <a:buFont typeface="Courier New" panose="02070309020205020404" pitchFamily="49" charset="0"/>
              <a:buChar char="o"/>
              <a:defRPr sz="1400" b="0" baseline="0"/>
            </a:lvl3pPr>
          </a:lstStyle>
          <a:p>
            <a:pPr lvl="0"/>
            <a:r>
              <a:rPr lang="en-US"/>
              <a:t>Text box (click to edit content)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 bullet</a:t>
            </a:r>
          </a:p>
        </p:txBody>
      </p:sp>
      <p:sp>
        <p:nvSpPr>
          <p:cNvPr id="15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579965" y="1568498"/>
            <a:ext cx="5040000" cy="569587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 type="none" w="lg" len="lg"/>
            <a:tailEnd type="none" w="lg" len="lg"/>
          </a:ln>
          <a:effectLst>
            <a:outerShdw dist="25400" dir="5400000" sx="99000" sy="99000" algn="ctr" rotWithShape="0">
              <a:schemeClr val="tx2"/>
            </a:outerShdw>
          </a:effectLst>
        </p:spPr>
        <p:txBody>
          <a:bodyPr tIns="91440" bIns="91440" rtlCol="0" anchor="b" anchorCtr="0">
            <a:noAutofit/>
          </a:bodyPr>
          <a:lstStyle>
            <a:lvl1pPr algn="ctr">
              <a:defRPr lang="en-US" sz="1400" kern="1200" dirty="0" smtClean="0">
                <a:solidFill>
                  <a:srgbClr val="000000"/>
                </a:solidFill>
              </a:defRPr>
            </a:lvl1pPr>
          </a:lstStyle>
          <a:p>
            <a:pPr lvl="0" algn="ctr"/>
            <a:r>
              <a:rPr lang="en-US"/>
              <a:t>Click to edit Box 1</a:t>
            </a:r>
          </a:p>
        </p:txBody>
      </p:sp>
      <p:sp>
        <p:nvSpPr>
          <p:cNvPr id="12" name="Text Placeholder 20"/>
          <p:cNvSpPr>
            <a:spLocks noGrp="1"/>
          </p:cNvSpPr>
          <p:nvPr>
            <p:ph type="body" sz="quarter" idx="14" hasCustomPrompt="1"/>
          </p:nvPr>
        </p:nvSpPr>
        <p:spPr>
          <a:xfrm>
            <a:off x="579969" y="2286004"/>
            <a:ext cx="5040000" cy="3663947"/>
          </a:xfrm>
          <a:prstGeom prst="rect">
            <a:avLst/>
          </a:prstGeom>
        </p:spPr>
        <p:txBody>
          <a:bodyPr lIns="72000"/>
          <a:lstStyle>
            <a:lvl1pPr marL="0" indent="0">
              <a:buFont typeface="Arial" panose="020B0604020202020204" pitchFamily="34" charset="0"/>
              <a:buNone/>
              <a:defRPr sz="1400" b="0"/>
            </a:lvl1pPr>
            <a:lvl2pPr marL="332651" indent="-169989">
              <a:buFont typeface="Arial" panose="020B0604020202020204" pitchFamily="34" charset="0"/>
              <a:buChar char="•"/>
              <a:defRPr sz="1400" b="0"/>
            </a:lvl2pPr>
            <a:lvl3pPr marL="665301" indent="-256449">
              <a:buFont typeface="Courier New" panose="02070309020205020404" pitchFamily="49" charset="0"/>
              <a:buChar char="o"/>
              <a:defRPr sz="1400" b="0" baseline="0"/>
            </a:lvl3pPr>
          </a:lstStyle>
          <a:p>
            <a:pPr lvl="0"/>
            <a:r>
              <a:rPr lang="en-US"/>
              <a:t>Text box (click to edit content)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 bullet</a:t>
            </a:r>
          </a:p>
        </p:txBody>
      </p:sp>
      <p:sp>
        <p:nvSpPr>
          <p:cNvPr id="18" name="Text Placeholder 2"/>
          <p:cNvSpPr>
            <a:spLocks noGrp="1"/>
          </p:cNvSpPr>
          <p:nvPr>
            <p:ph type="body" idx="15" hasCustomPrompt="1"/>
          </p:nvPr>
        </p:nvSpPr>
        <p:spPr>
          <a:xfrm>
            <a:off x="6624619" y="1568498"/>
            <a:ext cx="5040000" cy="569587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 type="none" w="lg" len="lg"/>
            <a:tailEnd type="none" w="lg" len="lg"/>
          </a:ln>
          <a:effectLst>
            <a:outerShdw dist="25400" dir="5400000" sx="99000" sy="99000" algn="ctr" rotWithShape="0">
              <a:schemeClr val="tx2"/>
            </a:outerShdw>
          </a:effectLst>
        </p:spPr>
        <p:txBody>
          <a:bodyPr vert="horz" wrap="square" lIns="0" tIns="91440" rIns="0" bIns="91440" numCol="1" rtlCol="0" anchor="b" anchorCtr="0" compatLnSpc="1">
            <a:prstTxWarp prst="textNoShape">
              <a:avLst/>
            </a:prstTxWarp>
            <a:noAutofit/>
          </a:bodyPr>
          <a:lstStyle>
            <a:lvl1pPr algn="ctr">
              <a:defRPr lang="en-US" sz="1400" kern="1200" dirty="0" smtClean="0">
                <a:solidFill>
                  <a:srgbClr val="000000"/>
                </a:solidFill>
              </a:defRPr>
            </a:lvl1pPr>
          </a:lstStyle>
          <a:p>
            <a:pPr lvl="0" algn="ctr"/>
            <a:r>
              <a:rPr lang="en-US"/>
              <a:t>Click to edit Box 2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64619" y="6093296"/>
            <a:ext cx="527381" cy="360040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000000"/>
                </a:solidFill>
              </a:defRPr>
            </a:lvl1pPr>
          </a:lstStyle>
          <a:p>
            <a:fld id="{678887E8-0E34-4A1C-8C16-3AB704763284}" type="slidenum">
              <a:rPr lang="en-GB" altLang="en-US" smtClean="0"/>
              <a:pPr/>
              <a:t>‹#›</a:t>
            </a:fld>
            <a:endParaRPr lang="en-GB" altLang="en-US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579968" y="436910"/>
            <a:ext cx="11032088" cy="831850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Slide title</a:t>
            </a:r>
            <a:br>
              <a:rPr lang="en-US"/>
            </a:b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478628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974" y="1594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6"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3" name="Object 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4" y="1594"/>
                        <a:ext cx="1953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" name="Text Placeholder 10"/>
          <p:cNvSpPr>
            <a:spLocks noGrp="1"/>
          </p:cNvSpPr>
          <p:nvPr>
            <p:ph type="body" idx="1"/>
          </p:nvPr>
        </p:nvSpPr>
        <p:spPr>
          <a:xfrm>
            <a:off x="579968" y="1568495"/>
            <a:ext cx="4845544" cy="529246"/>
          </a:xfrm>
          <a:prstGeom prst="rect">
            <a:avLst/>
          </a:prstGeom>
          <a:solidFill>
            <a:srgbClr val="005EB8"/>
          </a:solidFill>
        </p:spPr>
        <p:txBody>
          <a:bodyPr anchor="ctr"/>
          <a:lstStyle>
            <a:lvl1pPr algn="ctr"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7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579968" y="2097741"/>
            <a:ext cx="4845544" cy="1548000"/>
          </a:xfrm>
          <a:solidFill>
            <a:schemeClr val="bg1">
              <a:lumMod val="95000"/>
            </a:schemeClr>
          </a:solidFill>
        </p:spPr>
        <p:txBody>
          <a:bodyPr lIns="72000" tIns="90000" rIns="72000" bIns="72000"/>
          <a:lstStyle>
            <a:lvl1pPr>
              <a:defRPr sz="14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0" name="Text Placeholder 20"/>
          <p:cNvSpPr>
            <a:spLocks noGrp="1"/>
          </p:cNvSpPr>
          <p:nvPr>
            <p:ph type="body" sz="quarter" idx="11" hasCustomPrompt="1"/>
          </p:nvPr>
        </p:nvSpPr>
        <p:spPr>
          <a:xfrm>
            <a:off x="579967" y="6293224"/>
            <a:ext cx="11032088" cy="304128"/>
          </a:xfrm>
          <a:prstGeom prst="rect">
            <a:avLst/>
          </a:prstGeom>
        </p:spPr>
        <p:txBody>
          <a:bodyPr anchor="b"/>
          <a:lstStyle>
            <a:lvl1pPr marL="0" indent="0">
              <a:buFont typeface="Arial" panose="020B0604020202020204" pitchFamily="34" charset="0"/>
              <a:buNone/>
              <a:defRPr sz="923" b="0"/>
            </a:lvl1pPr>
            <a:lvl2pPr marL="332651" indent="-169989">
              <a:buFont typeface="Arial" panose="020B0604020202020204" pitchFamily="34" charset="0"/>
              <a:buChar char="•"/>
              <a:defRPr sz="1292"/>
            </a:lvl2pPr>
            <a:lvl3pPr marL="665301" indent="-256449">
              <a:buFont typeface="Courier New" panose="02070309020205020404" pitchFamily="49" charset="0"/>
              <a:buChar char="o"/>
              <a:defRPr sz="1292" baseline="0"/>
            </a:lvl3pPr>
          </a:lstStyle>
          <a:p>
            <a:pPr lvl="0"/>
            <a:r>
              <a:rPr lang="en-US"/>
              <a:t>Click to add notes or sources</a:t>
            </a:r>
          </a:p>
        </p:txBody>
      </p:sp>
      <p:sp>
        <p:nvSpPr>
          <p:cNvPr id="61" name="Text Placeholder 10"/>
          <p:cNvSpPr>
            <a:spLocks noGrp="1"/>
          </p:cNvSpPr>
          <p:nvPr>
            <p:ph type="body" idx="15"/>
          </p:nvPr>
        </p:nvSpPr>
        <p:spPr>
          <a:xfrm>
            <a:off x="6819075" y="1568495"/>
            <a:ext cx="4845544" cy="529246"/>
          </a:xfrm>
          <a:prstGeom prst="rect">
            <a:avLst/>
          </a:prstGeom>
          <a:solidFill>
            <a:srgbClr val="005EB8"/>
          </a:solidFill>
        </p:spPr>
        <p:txBody>
          <a:bodyPr anchor="ctr"/>
          <a:lstStyle>
            <a:lvl1pPr algn="ctr"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Text Placeholder 12"/>
          <p:cNvSpPr>
            <a:spLocks noGrp="1"/>
          </p:cNvSpPr>
          <p:nvPr>
            <p:ph type="body" sz="quarter" idx="16"/>
          </p:nvPr>
        </p:nvSpPr>
        <p:spPr>
          <a:xfrm>
            <a:off x="6819075" y="2097741"/>
            <a:ext cx="4845544" cy="1548000"/>
          </a:xfrm>
          <a:solidFill>
            <a:schemeClr val="bg1">
              <a:lumMod val="95000"/>
            </a:schemeClr>
          </a:solidFill>
        </p:spPr>
        <p:txBody>
          <a:bodyPr lIns="72000" tIns="90000" rIns="72000" bIns="72000"/>
          <a:lstStyle>
            <a:lvl1pPr>
              <a:defRPr sz="14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3" name="Text Placeholder 10"/>
          <p:cNvSpPr>
            <a:spLocks noGrp="1"/>
          </p:cNvSpPr>
          <p:nvPr>
            <p:ph type="body" idx="17"/>
          </p:nvPr>
        </p:nvSpPr>
        <p:spPr>
          <a:xfrm>
            <a:off x="579968" y="3861048"/>
            <a:ext cx="4845544" cy="529246"/>
          </a:xfrm>
          <a:prstGeom prst="rect">
            <a:avLst/>
          </a:prstGeom>
          <a:solidFill>
            <a:srgbClr val="005EB8"/>
          </a:solidFill>
        </p:spPr>
        <p:txBody>
          <a:bodyPr anchor="ctr"/>
          <a:lstStyle>
            <a:lvl1pPr algn="ctr"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4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579968" y="4390294"/>
            <a:ext cx="4845544" cy="1548000"/>
          </a:xfrm>
          <a:solidFill>
            <a:schemeClr val="bg1">
              <a:lumMod val="95000"/>
            </a:schemeClr>
          </a:solidFill>
        </p:spPr>
        <p:txBody>
          <a:bodyPr lIns="72000" tIns="90000" rIns="72000" bIns="72000"/>
          <a:lstStyle>
            <a:lvl1pPr>
              <a:defRPr sz="14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5" name="Text Placeholder 10"/>
          <p:cNvSpPr>
            <a:spLocks noGrp="1"/>
          </p:cNvSpPr>
          <p:nvPr>
            <p:ph type="body" idx="19"/>
          </p:nvPr>
        </p:nvSpPr>
        <p:spPr>
          <a:xfrm>
            <a:off x="6819075" y="3861048"/>
            <a:ext cx="4845544" cy="529246"/>
          </a:xfrm>
          <a:prstGeom prst="rect">
            <a:avLst/>
          </a:prstGeom>
          <a:solidFill>
            <a:srgbClr val="005EB8"/>
          </a:solidFill>
        </p:spPr>
        <p:txBody>
          <a:bodyPr anchor="ctr"/>
          <a:lstStyle>
            <a:lvl1pPr algn="ctr"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6" name="Text Placeholder 12"/>
          <p:cNvSpPr>
            <a:spLocks noGrp="1"/>
          </p:cNvSpPr>
          <p:nvPr>
            <p:ph type="body" sz="quarter" idx="20"/>
          </p:nvPr>
        </p:nvSpPr>
        <p:spPr>
          <a:xfrm>
            <a:off x="6819075" y="4390294"/>
            <a:ext cx="4845544" cy="1548000"/>
          </a:xfrm>
          <a:solidFill>
            <a:schemeClr val="bg1">
              <a:lumMod val="95000"/>
            </a:schemeClr>
          </a:solidFill>
        </p:spPr>
        <p:txBody>
          <a:bodyPr lIns="72000" tIns="90000" rIns="72000" bIns="72000"/>
          <a:lstStyle>
            <a:lvl1pPr>
              <a:defRPr sz="14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64619" y="6093296"/>
            <a:ext cx="527381" cy="360040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000000"/>
                </a:solidFill>
              </a:defRPr>
            </a:lvl1pPr>
          </a:lstStyle>
          <a:p>
            <a:fld id="{678887E8-0E34-4A1C-8C16-3AB704763284}" type="slidenum">
              <a:rPr lang="en-GB" altLang="en-US" smtClean="0"/>
              <a:pPr/>
              <a:t>‹#›</a:t>
            </a:fld>
            <a:endParaRPr lang="en-GB" altLang="en-US"/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>
          <a:xfrm>
            <a:off x="579968" y="436910"/>
            <a:ext cx="11032088" cy="831850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Slide title</a:t>
            </a:r>
            <a:br>
              <a:rPr lang="en-US"/>
            </a:b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85847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974" y="1594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0"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6" name="Object 5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4" y="1594"/>
                        <a:ext cx="1953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580293" y="2437799"/>
            <a:ext cx="11084325" cy="644525"/>
          </a:xfr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0" tIns="44439" rIns="0" bIns="44439" numCol="1" anchor="ctr" anchorCtr="0" compatLnSpc="1">
            <a:prstTxWarp prst="textNoShape">
              <a:avLst/>
            </a:prstTxWarp>
          </a:bodyPr>
          <a:lstStyle>
            <a:lvl1pPr>
              <a:defRPr lang="en-US" sz="1600" smtClean="0">
                <a:solidFill>
                  <a:schemeClr val="bg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defRPr lang="en-US" sz="2215" b="1" smtClean="0">
                <a:solidFill>
                  <a:schemeClr val="tx2"/>
                </a:solidFill>
                <a:latin typeface="Trebuchet MS" pitchFamily="34" charset="0"/>
                <a:cs typeface="Arial" charset="0"/>
              </a:defRPr>
            </a:lvl2pPr>
            <a:lvl3pPr>
              <a:defRPr lang="en-US" sz="2215" b="1" smtClean="0">
                <a:solidFill>
                  <a:schemeClr val="tx2"/>
                </a:solidFill>
                <a:latin typeface="Trebuchet MS" pitchFamily="34" charset="0"/>
                <a:cs typeface="Arial" charset="0"/>
              </a:defRPr>
            </a:lvl3pPr>
            <a:lvl4pPr>
              <a:defRPr lang="en-US" sz="2215" b="1" smtClean="0">
                <a:solidFill>
                  <a:schemeClr val="tx2"/>
                </a:solidFill>
                <a:latin typeface="Trebuchet MS" pitchFamily="34" charset="0"/>
                <a:cs typeface="Arial" charset="0"/>
              </a:defRPr>
            </a:lvl4pPr>
            <a:lvl5pPr>
              <a:defRPr lang="en-GB" sz="2215" b="1">
                <a:solidFill>
                  <a:schemeClr val="tx2"/>
                </a:solidFill>
                <a:latin typeface="Trebuchet MS" pitchFamily="34" charset="0"/>
                <a:cs typeface="Arial" charset="0"/>
              </a:defRPr>
            </a:lvl5pPr>
          </a:lstStyle>
          <a:p>
            <a:pPr lvl="0">
              <a:spcBef>
                <a:spcPct val="0"/>
              </a:spcBef>
            </a:pPr>
            <a:r>
              <a:rPr lang="en-US"/>
              <a:t>Section 2</a:t>
            </a:r>
            <a:endParaRPr lang="en-GB"/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580293" y="3166602"/>
            <a:ext cx="11084325" cy="644525"/>
          </a:xfr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0" tIns="44439" rIns="0" bIns="44439" numCol="1" anchor="ctr" anchorCtr="0" compatLnSpc="1">
            <a:prstTxWarp prst="textNoShape">
              <a:avLst/>
            </a:prstTxWarp>
          </a:bodyPr>
          <a:lstStyle>
            <a:lvl1pPr>
              <a:defRPr lang="en-US" sz="1600" smtClean="0">
                <a:solidFill>
                  <a:schemeClr val="bg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defRPr lang="en-US" sz="2215" b="1" smtClean="0">
                <a:solidFill>
                  <a:schemeClr val="tx2"/>
                </a:solidFill>
                <a:latin typeface="Trebuchet MS" pitchFamily="34" charset="0"/>
                <a:cs typeface="Arial" charset="0"/>
              </a:defRPr>
            </a:lvl2pPr>
            <a:lvl3pPr>
              <a:defRPr lang="en-US" sz="2215" b="1" smtClean="0">
                <a:solidFill>
                  <a:schemeClr val="tx2"/>
                </a:solidFill>
                <a:latin typeface="Trebuchet MS" pitchFamily="34" charset="0"/>
                <a:cs typeface="Arial" charset="0"/>
              </a:defRPr>
            </a:lvl3pPr>
            <a:lvl4pPr>
              <a:defRPr lang="en-US" sz="2215" b="1" smtClean="0">
                <a:solidFill>
                  <a:schemeClr val="tx2"/>
                </a:solidFill>
                <a:latin typeface="Trebuchet MS" pitchFamily="34" charset="0"/>
                <a:cs typeface="Arial" charset="0"/>
              </a:defRPr>
            </a:lvl4pPr>
            <a:lvl5pPr>
              <a:defRPr lang="en-GB" sz="2215" b="1">
                <a:solidFill>
                  <a:schemeClr val="tx2"/>
                </a:solidFill>
                <a:latin typeface="Trebuchet MS" pitchFamily="34" charset="0"/>
                <a:cs typeface="Arial" charset="0"/>
              </a:defRPr>
            </a:lvl5pPr>
          </a:lstStyle>
          <a:p>
            <a:pPr lvl="0">
              <a:spcBef>
                <a:spcPct val="0"/>
              </a:spcBef>
            </a:pPr>
            <a:r>
              <a:rPr lang="en-US"/>
              <a:t>Section 3</a:t>
            </a:r>
            <a:endParaRPr lang="en-GB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0293" y="3895402"/>
            <a:ext cx="11084325" cy="644525"/>
          </a:xfr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0" tIns="44439" rIns="0" bIns="44439" numCol="1" anchor="ctr" anchorCtr="0" compatLnSpc="1">
            <a:prstTxWarp prst="textNoShape">
              <a:avLst/>
            </a:prstTxWarp>
          </a:bodyPr>
          <a:lstStyle>
            <a:lvl1pPr>
              <a:defRPr lang="en-US" sz="1600" smtClean="0">
                <a:solidFill>
                  <a:srgbClr val="005EB8"/>
                </a:solidFill>
                <a:latin typeface="+mj-lt"/>
                <a:ea typeface="+mj-ea"/>
                <a:cs typeface="+mj-cs"/>
              </a:defRPr>
            </a:lvl1pPr>
            <a:lvl2pPr>
              <a:defRPr lang="en-US" sz="2215" b="1" smtClean="0">
                <a:solidFill>
                  <a:schemeClr val="tx2"/>
                </a:solidFill>
                <a:latin typeface="Trebuchet MS" pitchFamily="34" charset="0"/>
                <a:cs typeface="Arial" charset="0"/>
              </a:defRPr>
            </a:lvl2pPr>
            <a:lvl3pPr>
              <a:defRPr lang="en-US" sz="2215" b="1" smtClean="0">
                <a:solidFill>
                  <a:schemeClr val="tx2"/>
                </a:solidFill>
                <a:latin typeface="Trebuchet MS" pitchFamily="34" charset="0"/>
                <a:cs typeface="Arial" charset="0"/>
              </a:defRPr>
            </a:lvl3pPr>
            <a:lvl4pPr>
              <a:defRPr lang="en-US" sz="2215" b="1" smtClean="0">
                <a:solidFill>
                  <a:schemeClr val="tx2"/>
                </a:solidFill>
                <a:latin typeface="Trebuchet MS" pitchFamily="34" charset="0"/>
                <a:cs typeface="Arial" charset="0"/>
              </a:defRPr>
            </a:lvl4pPr>
            <a:lvl5pPr>
              <a:defRPr lang="en-GB" sz="2215" b="1">
                <a:solidFill>
                  <a:schemeClr val="tx2"/>
                </a:solidFill>
                <a:latin typeface="Trebuchet MS" pitchFamily="34" charset="0"/>
                <a:cs typeface="Arial" charset="0"/>
              </a:defRPr>
            </a:lvl5pPr>
          </a:lstStyle>
          <a:p>
            <a:pPr lvl="0">
              <a:spcBef>
                <a:spcPct val="0"/>
              </a:spcBef>
            </a:pPr>
            <a:r>
              <a:rPr lang="en-US"/>
              <a:t>This section</a:t>
            </a:r>
            <a:endParaRPr lang="en-GB"/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580293" y="4624206"/>
            <a:ext cx="11084325" cy="644525"/>
          </a:xfr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0" tIns="44439" rIns="0" bIns="44439" numCol="1" anchor="ctr" anchorCtr="0" compatLnSpc="1">
            <a:prstTxWarp prst="textNoShape">
              <a:avLst/>
            </a:prstTxWarp>
          </a:bodyPr>
          <a:lstStyle>
            <a:lvl1pPr>
              <a:defRPr lang="en-US" sz="1600" smtClean="0">
                <a:solidFill>
                  <a:schemeClr val="bg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defRPr lang="en-US" sz="2215" b="1" smtClean="0">
                <a:solidFill>
                  <a:schemeClr val="tx2"/>
                </a:solidFill>
                <a:latin typeface="Trebuchet MS" pitchFamily="34" charset="0"/>
                <a:cs typeface="Arial" charset="0"/>
              </a:defRPr>
            </a:lvl2pPr>
            <a:lvl3pPr>
              <a:defRPr lang="en-US" sz="2215" b="1" smtClean="0">
                <a:solidFill>
                  <a:schemeClr val="tx2"/>
                </a:solidFill>
                <a:latin typeface="Trebuchet MS" pitchFamily="34" charset="0"/>
                <a:cs typeface="Arial" charset="0"/>
              </a:defRPr>
            </a:lvl3pPr>
            <a:lvl4pPr>
              <a:defRPr lang="en-US" sz="2215" b="1" smtClean="0">
                <a:solidFill>
                  <a:schemeClr val="tx2"/>
                </a:solidFill>
                <a:latin typeface="Trebuchet MS" pitchFamily="34" charset="0"/>
                <a:cs typeface="Arial" charset="0"/>
              </a:defRPr>
            </a:lvl4pPr>
            <a:lvl5pPr>
              <a:defRPr lang="en-GB" sz="2215" b="1">
                <a:solidFill>
                  <a:schemeClr val="tx2"/>
                </a:solidFill>
                <a:latin typeface="Trebuchet MS" pitchFamily="34" charset="0"/>
                <a:cs typeface="Arial" charset="0"/>
              </a:defRPr>
            </a:lvl5pPr>
          </a:lstStyle>
          <a:p>
            <a:pPr lvl="0">
              <a:spcBef>
                <a:spcPct val="0"/>
              </a:spcBef>
            </a:pPr>
            <a:r>
              <a:rPr lang="en-US"/>
              <a:t>Section 5</a:t>
            </a:r>
            <a:endParaRPr lang="en-GB"/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580293" y="1708995"/>
            <a:ext cx="11084325" cy="644525"/>
          </a:xfr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0" tIns="44439" rIns="0" bIns="44439" numCol="1" anchor="ctr" anchorCtr="0" compatLnSpc="1">
            <a:prstTxWarp prst="textNoShape">
              <a:avLst/>
            </a:prstTxWarp>
          </a:bodyPr>
          <a:lstStyle>
            <a:lvl1pPr>
              <a:defRPr lang="en-US" sz="1600" baseline="0" smtClean="0">
                <a:solidFill>
                  <a:schemeClr val="bg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defRPr lang="en-US" sz="2215" b="1" smtClean="0">
                <a:solidFill>
                  <a:schemeClr val="tx2"/>
                </a:solidFill>
                <a:latin typeface="Trebuchet MS" pitchFamily="34" charset="0"/>
                <a:cs typeface="Arial" charset="0"/>
              </a:defRPr>
            </a:lvl2pPr>
            <a:lvl3pPr>
              <a:defRPr lang="en-US" sz="2215" b="1" smtClean="0">
                <a:solidFill>
                  <a:schemeClr val="tx2"/>
                </a:solidFill>
                <a:latin typeface="Trebuchet MS" pitchFamily="34" charset="0"/>
                <a:cs typeface="Arial" charset="0"/>
              </a:defRPr>
            </a:lvl3pPr>
            <a:lvl4pPr>
              <a:defRPr lang="en-US" sz="2215" b="1" smtClean="0">
                <a:solidFill>
                  <a:schemeClr val="tx2"/>
                </a:solidFill>
                <a:latin typeface="Trebuchet MS" pitchFamily="34" charset="0"/>
                <a:cs typeface="Arial" charset="0"/>
              </a:defRPr>
            </a:lvl4pPr>
            <a:lvl5pPr>
              <a:defRPr lang="en-GB" sz="2215" b="1">
                <a:solidFill>
                  <a:schemeClr val="tx2"/>
                </a:solidFill>
                <a:latin typeface="Trebuchet MS" pitchFamily="34" charset="0"/>
                <a:cs typeface="Arial" charset="0"/>
              </a:defRPr>
            </a:lvl5pPr>
          </a:lstStyle>
          <a:p>
            <a:pPr lvl="0">
              <a:spcBef>
                <a:spcPct val="0"/>
              </a:spcBef>
            </a:pPr>
            <a:r>
              <a:rPr lang="en-US"/>
              <a:t>Section 1</a:t>
            </a:r>
            <a:endParaRPr lang="en-GB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64619" y="6093296"/>
            <a:ext cx="527381" cy="360040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000000"/>
                </a:solidFill>
              </a:defRPr>
            </a:lvl1pPr>
          </a:lstStyle>
          <a:p>
            <a:fld id="{678887E8-0E34-4A1C-8C16-3AB704763284}" type="slidenum">
              <a:rPr lang="en-GB" altLang="en-US" smtClean="0"/>
              <a:pPr/>
              <a:t>‹#›</a:t>
            </a:fld>
            <a:endParaRPr lang="en-GB" altLang="en-US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79968" y="436910"/>
            <a:ext cx="11032088" cy="831850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Slide title</a:t>
            </a:r>
            <a:br>
              <a:rPr lang="en-US"/>
            </a:b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090923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DDB11-338B-43BD-B28B-1BCDDE2FF7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617227-ED3D-4EF2-90DA-5302AF8BA5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B2407-8275-44F1-9CEB-B390B9837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/>
            <a:fld id="{7C3CA8D7-C870-457E-8FE1-83525DBABFE0}" type="datetimeFigureOut">
              <a:rPr lang="en-GB" smtClean="0">
                <a:solidFill>
                  <a:srgbClr val="000000"/>
                </a:solidFill>
              </a:rPr>
              <a:pPr defTabSz="457200"/>
              <a:t>01/11/2022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C22A67-8941-4560-B7F3-D97AFA72A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200"/>
            <a:endParaRPr lang="en-GB">
              <a:solidFill>
                <a:srgbClr val="00000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49FB7C-E186-4FC1-9963-5315F103E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A4050-D968-4589-ACDB-DD2A57B1A00E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483576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79242"/>
            <a:ext cx="10363200" cy="2952614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pic>
        <p:nvPicPr>
          <p:cNvPr id="8" name="Picture 7" descr="Icon&#10;&#10;Description automatically generated">
            <a:extLst>
              <a:ext uri="{FF2B5EF4-FFF2-40B4-BE49-F238E27FC236}">
                <a16:creationId xmlns:a16="http://schemas.microsoft.com/office/drawing/2014/main" id="{6EB824EB-426D-9B41-931E-E36AE6F256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80836" y="6370982"/>
            <a:ext cx="430329" cy="322747"/>
          </a:xfrm>
          <a:prstGeom prst="rect">
            <a:avLst/>
          </a:prstGeom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66ABCB6C-D6A6-264D-9B75-6D19B9A2274B}"/>
              </a:ext>
            </a:extLst>
          </p:cNvPr>
          <p:cNvSpPr txBox="1">
            <a:spLocks/>
          </p:cNvSpPr>
          <p:nvPr userDrawn="1"/>
        </p:nvSpPr>
        <p:spPr>
          <a:xfrm>
            <a:off x="2411896" y="5579925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b="1">
              <a:solidFill>
                <a:srgbClr val="009F98"/>
              </a:solidFill>
              <a:latin typeface="12 Frutiger* 65 Bold   071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94386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pPr defTabSz="457200"/>
            <a:fld id="{1B0CC4AC-BE71-40F8-9536-C4497BE20B96}" type="datetime1">
              <a:rPr lang="en-US" smtClean="0">
                <a:solidFill>
                  <a:srgbClr val="000000"/>
                </a:solidFill>
              </a:rPr>
              <a:pPr defTabSz="457200"/>
              <a:t>11/1/2022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pPr defTabSz="457200"/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pPr defTabSz="457200"/>
            <a:fld id="{B3F08672-5F56-8040-964D-52B170065DE6}" type="slidenum">
              <a:rPr lang="en-US">
                <a:solidFill>
                  <a:srgbClr val="000000"/>
                </a:solidFill>
              </a:rPr>
              <a:pPr defTabSz="457200"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8439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pPr defTabSz="457200"/>
            <a:fld id="{0E0DF315-FCE1-474E-A1D4-54405FD71E09}" type="datetime1">
              <a:rPr lang="en-US" smtClean="0">
                <a:solidFill>
                  <a:srgbClr val="000000"/>
                </a:solidFill>
              </a:rPr>
              <a:pPr defTabSz="457200"/>
              <a:t>11/1/2022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pPr defTabSz="457200"/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pPr defTabSz="457200"/>
            <a:fld id="{B3F08672-5F56-8040-964D-52B170065DE6}" type="slidenum">
              <a:rPr lang="en-US">
                <a:solidFill>
                  <a:srgbClr val="000000"/>
                </a:solidFill>
              </a:rPr>
              <a:pPr defTabSz="457200"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798258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pPr defTabSz="457200"/>
            <a:fld id="{C0D9BEC5-7CD1-485D-8DE7-C625AFA8F436}" type="datetime1">
              <a:rPr lang="en-US" smtClean="0">
                <a:solidFill>
                  <a:srgbClr val="000000"/>
                </a:solidFill>
              </a:rPr>
              <a:pPr defTabSz="457200"/>
              <a:t>11/1/2022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pPr defTabSz="457200"/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pPr defTabSz="457200"/>
            <a:fld id="{B3F08672-5F56-8040-964D-52B170065DE6}" type="slidenum">
              <a:rPr lang="en-US">
                <a:solidFill>
                  <a:srgbClr val="000000"/>
                </a:solidFill>
              </a:rPr>
              <a:pPr defTabSz="457200"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10520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pPr defTabSz="457200"/>
            <a:fld id="{2AF489D1-7CCF-47DB-A53A-1793BE97BE7B}" type="datetime1">
              <a:rPr lang="en-US" smtClean="0">
                <a:solidFill>
                  <a:srgbClr val="000000"/>
                </a:solidFill>
              </a:rPr>
              <a:pPr defTabSz="457200"/>
              <a:t>11/1/2022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pPr defTabSz="457200"/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pPr defTabSz="457200"/>
            <a:fld id="{B3F08672-5F56-8040-964D-52B170065DE6}" type="slidenum">
              <a:rPr lang="en-US">
                <a:solidFill>
                  <a:srgbClr val="000000"/>
                </a:solidFill>
              </a:rPr>
              <a:pPr defTabSz="457200"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538836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pPr defTabSz="457200"/>
            <a:fld id="{A6F0C0E6-17D5-49E3-8919-D7A31464A87A}" type="datetime1">
              <a:rPr lang="en-US" smtClean="0">
                <a:solidFill>
                  <a:srgbClr val="000000"/>
                </a:solidFill>
              </a:rPr>
              <a:pPr defTabSz="457200"/>
              <a:t>11/1/2022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pPr defTabSz="457200"/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pPr defTabSz="457200"/>
            <a:fld id="{B3F08672-5F56-8040-964D-52B170065DE6}" type="slidenum">
              <a:rPr lang="en-US">
                <a:solidFill>
                  <a:srgbClr val="000000"/>
                </a:solidFill>
              </a:rPr>
              <a:pPr defTabSz="457200"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259301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891102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pPr defTabSz="457200"/>
            <a:fld id="{3AEE87E6-DD79-40A8-AFC7-68EFE56E4159}" type="datetime1">
              <a:rPr lang="en-US" smtClean="0">
                <a:solidFill>
                  <a:srgbClr val="000000"/>
                </a:solidFill>
              </a:rPr>
              <a:pPr defTabSz="457200"/>
              <a:t>11/1/2022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pPr defTabSz="457200"/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pPr defTabSz="457200"/>
            <a:fld id="{B3F08672-5F56-8040-964D-52B170065DE6}" type="slidenum">
              <a:rPr lang="en-US">
                <a:solidFill>
                  <a:srgbClr val="000000"/>
                </a:solidFill>
              </a:rPr>
              <a:pPr defTabSz="457200"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124671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pPr defTabSz="457200"/>
            <a:fld id="{F1AB93C5-4F22-48EF-9440-620B33C416FE}" type="datetime1">
              <a:rPr lang="en-US" smtClean="0">
                <a:solidFill>
                  <a:srgbClr val="000000"/>
                </a:solidFill>
              </a:rPr>
              <a:pPr defTabSz="457200"/>
              <a:t>11/1/2022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pPr defTabSz="457200"/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pPr defTabSz="457200"/>
            <a:fld id="{B3F08672-5F56-8040-964D-52B170065DE6}" type="slidenum">
              <a:rPr lang="en-US">
                <a:solidFill>
                  <a:srgbClr val="000000"/>
                </a:solidFill>
              </a:rPr>
              <a:pPr defTabSz="457200"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321218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pPr defTabSz="457200"/>
            <a:fld id="{D818E60F-5A2F-4081-8496-A0A8EF89D15C}" type="datetime1">
              <a:rPr lang="en-US" smtClean="0">
                <a:solidFill>
                  <a:srgbClr val="000000"/>
                </a:solidFill>
              </a:rPr>
              <a:pPr defTabSz="457200"/>
              <a:t>11/1/2022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pPr defTabSz="457200"/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pPr defTabSz="457200"/>
            <a:fld id="{B3F08672-5F56-8040-964D-52B170065DE6}" type="slidenum">
              <a:rPr lang="en-US">
                <a:solidFill>
                  <a:srgbClr val="000000"/>
                </a:solidFill>
              </a:rPr>
              <a:pPr defTabSz="457200"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983650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pPr defTabSz="457200"/>
            <a:fld id="{71EDE032-5AE2-4E8D-AEDF-2085B5232487}" type="datetime1">
              <a:rPr lang="en-US" smtClean="0">
                <a:solidFill>
                  <a:srgbClr val="000000"/>
                </a:solidFill>
              </a:rPr>
              <a:pPr defTabSz="457200"/>
              <a:t>11/1/2022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pPr defTabSz="457200"/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pPr defTabSz="457200"/>
            <a:fld id="{B3F08672-5F56-8040-964D-52B170065DE6}" type="slidenum">
              <a:rPr lang="en-US">
                <a:solidFill>
                  <a:srgbClr val="000000"/>
                </a:solidFill>
              </a:rPr>
              <a:pPr defTabSz="457200"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442481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png"/><Relationship Id="rId5" Type="http://schemas.openxmlformats.org/officeDocument/2006/relationships/image" Target="../media/image2.jpe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5" Type="http://schemas.openxmlformats.org/officeDocument/2006/relationships/slideLayout" Target="../slideLayouts/slideLayout7.xml"/><Relationship Id="rId6" Type="http://schemas.openxmlformats.org/officeDocument/2006/relationships/slideLayout" Target="../slideLayouts/slideLayout8.xml"/><Relationship Id="rId7" Type="http://schemas.openxmlformats.org/officeDocument/2006/relationships/slideLayout" Target="../slideLayouts/slideLayout9.xml"/><Relationship Id="rId8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3" Type="http://schemas.openxmlformats.org/officeDocument/2006/relationships/image" Target="../media/image1.png"/><Relationship Id="rId14" Type="http://schemas.openxmlformats.org/officeDocument/2006/relationships/image" Target="../media/image2.jpe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Relationship Id="rId9" Type="http://schemas.openxmlformats.org/officeDocument/2006/relationships/theme" Target="../theme/theme3.xml"/><Relationship Id="rId10" Type="http://schemas.openxmlformats.org/officeDocument/2006/relationships/vmlDrawing" Target="../drawings/vmlDrawing1.vml"/><Relationship Id="rId11" Type="http://schemas.openxmlformats.org/officeDocument/2006/relationships/tags" Target="../tags/tag1.xml"/><Relationship Id="rId12" Type="http://schemas.openxmlformats.org/officeDocument/2006/relationships/oleObject" Target="../embeddings/oleObject1.bin"/><Relationship Id="rId13" Type="http://schemas.openxmlformats.org/officeDocument/2006/relationships/image" Target="../media/image4.emf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slideLayout" Target="../slideLayouts/slideLayout23.xml"/><Relationship Id="rId3" Type="http://schemas.openxmlformats.org/officeDocument/2006/relationships/slideLayout" Target="../slideLayouts/slideLayout24.xml"/><Relationship Id="rId4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6.xml"/><Relationship Id="rId6" Type="http://schemas.openxmlformats.org/officeDocument/2006/relationships/slideLayout" Target="../slideLayouts/slideLayout27.xml"/><Relationship Id="rId7" Type="http://schemas.openxmlformats.org/officeDocument/2006/relationships/slideLayout" Target="../slideLayouts/slideLayout28.xml"/><Relationship Id="rId8" Type="http://schemas.openxmlformats.org/officeDocument/2006/relationships/slideLayout" Target="../slideLayouts/slideLayout29.xml"/><Relationship Id="rId9" Type="http://schemas.openxmlformats.org/officeDocument/2006/relationships/theme" Target="../theme/theme4.xml"/><Relationship Id="rId10" Type="http://schemas.openxmlformats.org/officeDocument/2006/relationships/vmlDrawing" Target="../drawings/vmlDrawing7.vml"/><Relationship Id="rId11" Type="http://schemas.openxmlformats.org/officeDocument/2006/relationships/tags" Target="../tags/tag7.xml"/><Relationship Id="rId12" Type="http://schemas.openxmlformats.org/officeDocument/2006/relationships/oleObject" Target="../embeddings/oleObject7.bin"/><Relationship Id="rId13" Type="http://schemas.openxmlformats.org/officeDocument/2006/relationships/image" Target="../media/image4.emf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slideLayout" Target="../slideLayouts/slideLayout31.xml"/><Relationship Id="rId3" Type="http://schemas.openxmlformats.org/officeDocument/2006/relationships/slideLayout" Target="../slideLayouts/slideLayout32.xml"/><Relationship Id="rId4" Type="http://schemas.openxmlformats.org/officeDocument/2006/relationships/slideLayout" Target="../slideLayouts/slideLayout33.xml"/><Relationship Id="rId5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5.xml"/><Relationship Id="rId7" Type="http://schemas.openxmlformats.org/officeDocument/2006/relationships/slideLayout" Target="../slideLayouts/slideLayout36.xml"/><Relationship Id="rId8" Type="http://schemas.openxmlformats.org/officeDocument/2006/relationships/slideLayout" Target="../slideLayouts/slideLayout37.xml"/><Relationship Id="rId9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0.xml"/><Relationship Id="rId12" Type="http://schemas.openxmlformats.org/officeDocument/2006/relationships/theme" Target="../theme/theme5.xml"/><Relationship Id="rId13" Type="http://schemas.openxmlformats.org/officeDocument/2006/relationships/vmlDrawing" Target="../drawings/vmlDrawing13.vml"/><Relationship Id="rId14" Type="http://schemas.openxmlformats.org/officeDocument/2006/relationships/tags" Target="../tags/tag13.xml"/><Relationship Id="rId15" Type="http://schemas.openxmlformats.org/officeDocument/2006/relationships/oleObject" Target="../embeddings/oleObject13.bin"/><Relationship Id="rId16" Type="http://schemas.openxmlformats.org/officeDocument/2006/relationships/image" Target="../media/image5.emf"/><Relationship Id="rId17" Type="http://schemas.openxmlformats.org/officeDocument/2006/relationships/image" Target="../media/image6.png"/><Relationship Id="rId18" Type="http://schemas.openxmlformats.org/officeDocument/2006/relationships/image" Target="../media/image7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 userDrawn="1"/>
        </p:nvCxnSpPr>
        <p:spPr>
          <a:xfrm>
            <a:off x="300636" y="5951316"/>
            <a:ext cx="11626593" cy="20638"/>
          </a:xfrm>
          <a:prstGeom prst="line">
            <a:avLst/>
          </a:prstGeom>
          <a:noFill/>
          <a:ln w="15875" cap="flat" cmpd="sng" algn="ctr">
            <a:solidFill>
              <a:srgbClr val="000000"/>
            </a:solidFill>
            <a:prstDash val="solid"/>
            <a:miter lim="800000"/>
          </a:ln>
          <a:effectLst/>
        </p:spPr>
      </p:cxnSp>
      <p:pic>
        <p:nvPicPr>
          <p:cNvPr id="10" name="Picture 6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0313"/>
          <a:stretch>
            <a:fillRect/>
          </a:stretch>
        </p:blipFill>
        <p:spPr bwMode="auto">
          <a:xfrm>
            <a:off x="106326" y="6053138"/>
            <a:ext cx="1800225" cy="804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7" descr="Desktop Guy's and St Thomas' RGB BLUE (300ppi)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1261" r="-35703" b="-18953"/>
          <a:stretch>
            <a:fillRect/>
          </a:stretch>
        </p:blipFill>
        <p:spPr bwMode="auto">
          <a:xfrm>
            <a:off x="10537900" y="5971954"/>
            <a:ext cx="2051050" cy="83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08593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5" name="Title Placeholder 1"/>
          <p:cNvSpPr>
            <a:spLocks noGrp="1"/>
          </p:cNvSpPr>
          <p:nvPr>
            <p:ph type="title"/>
          </p:nvPr>
        </p:nvSpPr>
        <p:spPr bwMode="auto">
          <a:xfrm>
            <a:off x="719667" y="539750"/>
            <a:ext cx="10752667" cy="107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4336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19667" y="1800225"/>
            <a:ext cx="10742084" cy="407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pic>
        <p:nvPicPr>
          <p:cNvPr id="143364" name="Picture 6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0313"/>
          <a:stretch>
            <a:fillRect/>
          </a:stretch>
        </p:blipFill>
        <p:spPr bwMode="auto">
          <a:xfrm>
            <a:off x="1" y="6080522"/>
            <a:ext cx="2400300" cy="804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367" name="Picture 7" descr="Desktop Guy's and St Thomas' RGB BLUE (300ppi)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1261" r="-35703" b="-18953"/>
          <a:stretch>
            <a:fillRect/>
          </a:stretch>
        </p:blipFill>
        <p:spPr bwMode="auto">
          <a:xfrm>
            <a:off x="9457267" y="6047184"/>
            <a:ext cx="2734733" cy="83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576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</p:sldLayoutIdLst>
  <p:hf hdr="0" ftr="0" dt="0"/>
  <p:txStyles>
    <p:titleStyle>
      <a:lvl1pPr algn="l" defTabSz="912813" rtl="0" fontAlgn="base">
        <a:lnSpc>
          <a:spcPts val="3600"/>
        </a:lnSpc>
        <a:spcBef>
          <a:spcPct val="0"/>
        </a:spcBef>
        <a:spcAft>
          <a:spcPct val="0"/>
        </a:spcAft>
        <a:defRPr sz="3200" b="1" kern="1200">
          <a:solidFill>
            <a:srgbClr val="005EB8"/>
          </a:solidFill>
          <a:latin typeface="+mj-lt"/>
          <a:ea typeface="+mj-ea"/>
          <a:cs typeface="+mj-cs"/>
        </a:defRPr>
      </a:lvl1pPr>
      <a:lvl2pPr algn="l" defTabSz="912813" rtl="0" fontAlgn="base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rgbClr val="005EB8"/>
          </a:solidFill>
          <a:latin typeface="Arial" panose="020B0604020202020204" pitchFamily="34" charset="0"/>
          <a:ea typeface="ＭＳ Ｐゴシック" panose="020B0600070205080204" pitchFamily="34" charset="-128"/>
        </a:defRPr>
      </a:lvl2pPr>
      <a:lvl3pPr algn="l" defTabSz="912813" rtl="0" fontAlgn="base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rgbClr val="005EB8"/>
          </a:solidFill>
          <a:latin typeface="Arial" panose="020B0604020202020204" pitchFamily="34" charset="0"/>
          <a:ea typeface="ＭＳ Ｐゴシック" panose="020B0600070205080204" pitchFamily="34" charset="-128"/>
        </a:defRPr>
      </a:lvl3pPr>
      <a:lvl4pPr algn="l" defTabSz="912813" rtl="0" fontAlgn="base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rgbClr val="005EB8"/>
          </a:solidFill>
          <a:latin typeface="Arial" panose="020B0604020202020204" pitchFamily="34" charset="0"/>
          <a:ea typeface="ＭＳ Ｐゴシック" panose="020B0600070205080204" pitchFamily="34" charset="-128"/>
        </a:defRPr>
      </a:lvl4pPr>
      <a:lvl5pPr algn="l" defTabSz="912813" rtl="0" fontAlgn="base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rgbClr val="005EB8"/>
          </a:solidFill>
          <a:latin typeface="Arial" panose="020B0604020202020204" pitchFamily="34" charset="0"/>
          <a:ea typeface="ＭＳ Ｐゴシック" panose="020B0600070205080204" pitchFamily="34" charset="-128"/>
        </a:defRPr>
      </a:lvl5pPr>
      <a:lvl6pPr marL="457200" algn="l" defTabSz="912813" rtl="0" fontAlgn="base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rgbClr val="005EB8"/>
          </a:solidFill>
          <a:latin typeface="Arial" panose="020B0604020202020204" pitchFamily="34" charset="0"/>
          <a:ea typeface="ＭＳ Ｐゴシック" panose="020B0600070205080204" pitchFamily="34" charset="-128"/>
        </a:defRPr>
      </a:lvl6pPr>
      <a:lvl7pPr marL="914400" algn="l" defTabSz="912813" rtl="0" fontAlgn="base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rgbClr val="005EB8"/>
          </a:solidFill>
          <a:latin typeface="Arial" panose="020B0604020202020204" pitchFamily="34" charset="0"/>
          <a:ea typeface="ＭＳ Ｐゴシック" panose="020B0600070205080204" pitchFamily="34" charset="-128"/>
        </a:defRPr>
      </a:lvl7pPr>
      <a:lvl8pPr marL="1371600" algn="l" defTabSz="912813" rtl="0" fontAlgn="base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rgbClr val="005EB8"/>
          </a:solidFill>
          <a:latin typeface="Arial" panose="020B0604020202020204" pitchFamily="34" charset="0"/>
          <a:ea typeface="ＭＳ Ｐゴシック" panose="020B0600070205080204" pitchFamily="34" charset="-128"/>
        </a:defRPr>
      </a:lvl8pPr>
      <a:lvl9pPr marL="1828800" algn="l" defTabSz="912813" rtl="0" fontAlgn="base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rgbClr val="005EB8"/>
          </a:solidFill>
          <a:latin typeface="Arial" panose="020B0604020202020204" pitchFamily="34" charset="0"/>
          <a:ea typeface="ＭＳ Ｐゴシック" panose="020B0600070205080204" pitchFamily="34" charset="-128"/>
        </a:defRPr>
      </a:lvl9pPr>
    </p:titleStyle>
    <p:bodyStyle>
      <a:lvl1pPr marL="250825" indent="-250825" algn="l" defTabSz="912813" rtl="0" fontAlgn="base">
        <a:lnSpc>
          <a:spcPts val="2300"/>
        </a:lnSpc>
        <a:spcBef>
          <a:spcPts val="1200"/>
        </a:spcBef>
        <a:spcAft>
          <a:spcPct val="0"/>
        </a:spcAft>
        <a:buClr>
          <a:srgbClr val="005EB8"/>
        </a:buClr>
        <a:buFont typeface="LucidaGrande" charset="0"/>
        <a:buChar char="•"/>
        <a:defRPr b="1" kern="1200">
          <a:solidFill>
            <a:schemeClr val="tx1"/>
          </a:solidFill>
          <a:latin typeface="+mn-lt"/>
          <a:ea typeface="+mn-ea"/>
          <a:cs typeface="+mn-cs"/>
        </a:defRPr>
      </a:lvl1pPr>
      <a:lvl2pPr marL="539750" indent="-250825" algn="l" defTabSz="912813" rtl="0" fontAlgn="base">
        <a:lnSpc>
          <a:spcPts val="2300"/>
        </a:lnSpc>
        <a:spcBef>
          <a:spcPts val="600"/>
        </a:spcBef>
        <a:spcAft>
          <a:spcPct val="0"/>
        </a:spcAft>
        <a:buClr>
          <a:srgbClr val="005EB8"/>
        </a:buClr>
        <a:buFont typeface="Arial" panose="020B0604020202020204" pitchFamily="34" charset="0"/>
        <a:buChar char="–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250825" indent="-250825" algn="l" defTabSz="912813" rtl="0" fontAlgn="base">
        <a:lnSpc>
          <a:spcPts val="2300"/>
        </a:lnSpc>
        <a:spcBef>
          <a:spcPts val="600"/>
        </a:spcBef>
        <a:spcAft>
          <a:spcPct val="0"/>
        </a:spcAft>
        <a:buClr>
          <a:srgbClr val="005EB8"/>
        </a:buClr>
        <a:buFont typeface="LucidaGrande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539750" indent="-250825" algn="l" defTabSz="912813" rtl="0" fontAlgn="base">
        <a:lnSpc>
          <a:spcPts val="2300"/>
        </a:lnSpc>
        <a:spcBef>
          <a:spcPts val="600"/>
        </a:spcBef>
        <a:spcAft>
          <a:spcPct val="0"/>
        </a:spcAft>
        <a:buClr>
          <a:srgbClr val="005EB8"/>
        </a:buClr>
        <a:buFont typeface="Arial" panose="020B0604020202020204" pitchFamily="34" charset="0"/>
        <a:buChar char="–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812800" indent="-276225" algn="l" defTabSz="912813" rtl="0" fontAlgn="base">
        <a:lnSpc>
          <a:spcPts val="2300"/>
        </a:lnSpc>
        <a:spcBef>
          <a:spcPts val="600"/>
        </a:spcBef>
        <a:spcAft>
          <a:spcPct val="0"/>
        </a:spcAft>
        <a:buClr>
          <a:srgbClr val="005EB8"/>
        </a:buClr>
        <a:buFont typeface="LucidaGrande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Object 15" hidden="1"/>
          <p:cNvGraphicFramePr>
            <a:graphicFrameLocks noChangeAspect="1"/>
          </p:cNvGraphicFramePr>
          <p:nvPr>
            <p:custDataLst>
              <p:tags r:id="rId11"/>
            </p:custDataLst>
          </p:nvPr>
        </p:nvGraphicFramePr>
        <p:xfrm>
          <a:off x="1974" y="1594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think-cell Slide" r:id="rId12" imgW="360" imgH="360" progId="TCLayout.ActiveDocument.1">
                  <p:embed/>
                </p:oleObj>
              </mc:Choice>
              <mc:Fallback>
                <p:oleObj name="think-cell Slide" r:id="rId12" imgW="360" imgH="360" progId="TCLayout.ActiveDocument.1">
                  <p:embed/>
                  <p:pic>
                    <p:nvPicPr>
                      <p:cNvPr id="16" name="Object 15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4" y="1594"/>
                        <a:ext cx="1953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79988" y="436910"/>
            <a:ext cx="11040513" cy="8318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0" tIns="44439" rIns="0" bIns="44439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Slide title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579967" y="1509715"/>
            <a:ext cx="11032067" cy="443956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Body text</a:t>
            </a:r>
          </a:p>
          <a:p>
            <a:pPr lvl="1"/>
            <a:r>
              <a:rPr lang="en-GB"/>
              <a:t>First level</a:t>
            </a:r>
          </a:p>
          <a:p>
            <a:pPr lvl="2"/>
            <a:r>
              <a:rPr lang="en-GB"/>
              <a:t>Second level</a:t>
            </a:r>
          </a:p>
          <a:p>
            <a:pPr lvl="3"/>
            <a:r>
              <a:rPr lang="en-GB"/>
              <a:t>Third level</a:t>
            </a:r>
          </a:p>
          <a:p>
            <a:pPr lvl="4"/>
            <a:r>
              <a:rPr lang="en-GB"/>
              <a:t>Quotation level</a:t>
            </a:r>
          </a:p>
        </p:txBody>
      </p:sp>
      <p:sp>
        <p:nvSpPr>
          <p:cNvPr id="2" name="TextBox 1"/>
          <p:cNvSpPr txBox="1"/>
          <p:nvPr userDrawn="1"/>
        </p:nvSpPr>
        <p:spPr>
          <a:xfrm>
            <a:off x="5135894" y="6165304"/>
            <a:ext cx="1920213" cy="3600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defTabSz="457200"/>
            <a:endParaRPr lang="en-GB">
              <a:solidFill>
                <a:prstClr val="black"/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64619" y="6251236"/>
            <a:ext cx="527381" cy="360040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000000"/>
                </a:solidFill>
              </a:defRPr>
            </a:lvl1pPr>
          </a:lstStyle>
          <a:p>
            <a:pPr defTabSz="457200"/>
            <a:fld id="{678887E8-0E34-4A1C-8C16-3AB704763284}" type="slidenum">
              <a:rPr lang="en-GB" altLang="en-US" smtClean="0"/>
              <a:pPr defTabSz="457200"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845564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6" r:id="rId5"/>
    <p:sldLayoutId id="2147483747" r:id="rId6"/>
    <p:sldLayoutId id="2147483748" r:id="rId7"/>
    <p:sldLayoutId id="2147483749" r:id="rId8"/>
  </p:sldLayoutIdLst>
  <p:hf hdr="0" ftr="0" dt="0"/>
  <p:txStyles>
    <p:titleStyle>
      <a:lvl1pPr algn="l" defTabSz="820636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0000"/>
          </a:solidFill>
          <a:latin typeface="+mj-lt"/>
          <a:ea typeface="+mj-ea"/>
          <a:cs typeface="+mj-cs"/>
        </a:defRPr>
      </a:lvl1pPr>
      <a:lvl2pPr algn="l" defTabSz="820636" rtl="0" eaLnBrk="1" fontAlgn="base" hangingPunct="1">
        <a:spcBef>
          <a:spcPct val="0"/>
        </a:spcBef>
        <a:spcAft>
          <a:spcPct val="0"/>
        </a:spcAft>
        <a:defRPr sz="2215" b="1">
          <a:solidFill>
            <a:schemeClr val="tx2"/>
          </a:solidFill>
          <a:latin typeface="Trebuchet MS" pitchFamily="34" charset="0"/>
          <a:cs typeface="Arial" charset="0"/>
        </a:defRPr>
      </a:lvl2pPr>
      <a:lvl3pPr algn="l" defTabSz="820636" rtl="0" eaLnBrk="1" fontAlgn="base" hangingPunct="1">
        <a:spcBef>
          <a:spcPct val="0"/>
        </a:spcBef>
        <a:spcAft>
          <a:spcPct val="0"/>
        </a:spcAft>
        <a:defRPr sz="2215" b="1">
          <a:solidFill>
            <a:schemeClr val="tx2"/>
          </a:solidFill>
          <a:latin typeface="Trebuchet MS" pitchFamily="34" charset="0"/>
          <a:cs typeface="Arial" charset="0"/>
        </a:defRPr>
      </a:lvl3pPr>
      <a:lvl4pPr algn="l" defTabSz="820636" rtl="0" eaLnBrk="1" fontAlgn="base" hangingPunct="1">
        <a:spcBef>
          <a:spcPct val="0"/>
        </a:spcBef>
        <a:spcAft>
          <a:spcPct val="0"/>
        </a:spcAft>
        <a:defRPr sz="2215" b="1">
          <a:solidFill>
            <a:schemeClr val="tx2"/>
          </a:solidFill>
          <a:latin typeface="Trebuchet MS" pitchFamily="34" charset="0"/>
          <a:cs typeface="Arial" charset="0"/>
        </a:defRPr>
      </a:lvl4pPr>
      <a:lvl5pPr algn="l" defTabSz="820636" rtl="0" eaLnBrk="1" fontAlgn="base" hangingPunct="1">
        <a:spcBef>
          <a:spcPct val="0"/>
        </a:spcBef>
        <a:spcAft>
          <a:spcPct val="0"/>
        </a:spcAft>
        <a:defRPr sz="2215" b="1">
          <a:solidFill>
            <a:schemeClr val="tx2"/>
          </a:solidFill>
          <a:latin typeface="Trebuchet MS" pitchFamily="34" charset="0"/>
          <a:cs typeface="Arial" charset="0"/>
        </a:defRPr>
      </a:lvl5pPr>
      <a:lvl6pPr marL="422041" algn="l" defTabSz="820636" rtl="0" eaLnBrk="1" fontAlgn="base" hangingPunct="1">
        <a:spcBef>
          <a:spcPct val="0"/>
        </a:spcBef>
        <a:spcAft>
          <a:spcPct val="0"/>
        </a:spcAft>
        <a:defRPr sz="2215" b="1">
          <a:solidFill>
            <a:schemeClr val="tx2"/>
          </a:solidFill>
          <a:latin typeface="Trebuchet MS" pitchFamily="34" charset="0"/>
          <a:cs typeface="Arial" charset="0"/>
        </a:defRPr>
      </a:lvl6pPr>
      <a:lvl7pPr marL="844083" algn="l" defTabSz="820636" rtl="0" eaLnBrk="1" fontAlgn="base" hangingPunct="1">
        <a:spcBef>
          <a:spcPct val="0"/>
        </a:spcBef>
        <a:spcAft>
          <a:spcPct val="0"/>
        </a:spcAft>
        <a:defRPr sz="2215" b="1">
          <a:solidFill>
            <a:schemeClr val="tx2"/>
          </a:solidFill>
          <a:latin typeface="Trebuchet MS" pitchFamily="34" charset="0"/>
          <a:cs typeface="Arial" charset="0"/>
        </a:defRPr>
      </a:lvl7pPr>
      <a:lvl8pPr marL="1266124" algn="l" defTabSz="820636" rtl="0" eaLnBrk="1" fontAlgn="base" hangingPunct="1">
        <a:spcBef>
          <a:spcPct val="0"/>
        </a:spcBef>
        <a:spcAft>
          <a:spcPct val="0"/>
        </a:spcAft>
        <a:defRPr sz="2215" b="1">
          <a:solidFill>
            <a:schemeClr val="tx2"/>
          </a:solidFill>
          <a:latin typeface="Trebuchet MS" pitchFamily="34" charset="0"/>
          <a:cs typeface="Arial" charset="0"/>
        </a:defRPr>
      </a:lvl8pPr>
      <a:lvl9pPr marL="1688165" algn="l" defTabSz="820636" rtl="0" eaLnBrk="1" fontAlgn="base" hangingPunct="1">
        <a:spcBef>
          <a:spcPct val="0"/>
        </a:spcBef>
        <a:spcAft>
          <a:spcPct val="0"/>
        </a:spcAft>
        <a:defRPr sz="2215" b="1">
          <a:solidFill>
            <a:schemeClr val="tx2"/>
          </a:solidFill>
          <a:latin typeface="Trebuchet MS" pitchFamily="34" charset="0"/>
          <a:cs typeface="Arial" charset="0"/>
        </a:defRPr>
      </a:lvl9pPr>
    </p:titleStyle>
    <p:bodyStyle>
      <a:lvl1pPr algn="l" defTabSz="820636" rtl="0" eaLnBrk="1" fontAlgn="base" hangingPunct="1">
        <a:spcBef>
          <a:spcPct val="20000"/>
        </a:spcBef>
        <a:spcAft>
          <a:spcPct val="0"/>
        </a:spcAft>
        <a:defRPr sz="1400" b="0">
          <a:solidFill>
            <a:schemeClr val="tx1"/>
          </a:solidFill>
          <a:latin typeface="+mn-lt"/>
          <a:ea typeface="+mn-ea"/>
          <a:cs typeface="+mn-cs"/>
        </a:defRPr>
      </a:lvl1pPr>
      <a:lvl2pPr marL="410318" indent="-205159" algn="l" defTabSz="820636" rtl="0" eaLnBrk="1" fontAlgn="base" hangingPunct="1">
        <a:spcBef>
          <a:spcPct val="20000"/>
        </a:spcBef>
        <a:spcAft>
          <a:spcPct val="0"/>
        </a:spcAft>
        <a:buClrTx/>
        <a:buChar char="•"/>
        <a:defRPr sz="1400" b="0">
          <a:solidFill>
            <a:schemeClr val="tx1"/>
          </a:solidFill>
          <a:latin typeface="+mn-lt"/>
          <a:cs typeface="+mn-cs"/>
        </a:defRPr>
      </a:lvl2pPr>
      <a:lvl3pPr marL="820636" indent="-205159" algn="l" defTabSz="820636" rtl="0" eaLnBrk="1" fontAlgn="base" hangingPunct="1">
        <a:spcBef>
          <a:spcPct val="20000"/>
        </a:spcBef>
        <a:spcAft>
          <a:spcPct val="0"/>
        </a:spcAft>
        <a:buClrTx/>
        <a:buFont typeface="Arial" panose="020B0604020202020204" pitchFamily="34" charset="0"/>
        <a:buChar char="•"/>
        <a:defRPr sz="1400" b="0">
          <a:solidFill>
            <a:schemeClr val="tx1"/>
          </a:solidFill>
          <a:latin typeface="+mn-lt"/>
          <a:cs typeface="+mn-cs"/>
        </a:defRPr>
      </a:lvl3pPr>
      <a:lvl4pPr marL="1235351" indent="-209556" algn="l" defTabSz="820636" rtl="0" eaLnBrk="1" fontAlgn="base" hangingPunct="1">
        <a:spcBef>
          <a:spcPct val="20000"/>
        </a:spcBef>
        <a:spcAft>
          <a:spcPct val="0"/>
        </a:spcAft>
        <a:buClrTx/>
        <a:buFont typeface="Trebuchet MS" pitchFamily="34" charset="0"/>
        <a:buChar char="–"/>
        <a:defRPr sz="1400" b="0">
          <a:solidFill>
            <a:schemeClr val="tx1"/>
          </a:solidFill>
          <a:latin typeface="+mn-lt"/>
          <a:cs typeface="+mn-cs"/>
        </a:defRPr>
      </a:lvl4pPr>
      <a:lvl5pPr marL="1844966" indent="-203694" algn="l" defTabSz="820636" rtl="0" eaLnBrk="1" fontAlgn="base" hangingPunct="1">
        <a:spcBef>
          <a:spcPct val="20000"/>
        </a:spcBef>
        <a:spcAft>
          <a:spcPct val="0"/>
        </a:spcAft>
        <a:buClrTx/>
        <a:buFont typeface="Trebuchet MS" pitchFamily="34" charset="0"/>
        <a:buChar char="–"/>
        <a:defRPr sz="1400" b="0">
          <a:solidFill>
            <a:schemeClr val="tx1"/>
          </a:solidFill>
          <a:latin typeface="+mn-lt"/>
          <a:cs typeface="+mn-cs"/>
        </a:defRPr>
      </a:lvl5pPr>
      <a:lvl6pPr marL="2267007" indent="-203694" algn="l" defTabSz="820636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Font typeface="Trebuchet MS" pitchFamily="34" charset="0"/>
        <a:buChar char="–"/>
        <a:defRPr sz="1477">
          <a:solidFill>
            <a:schemeClr val="tx1"/>
          </a:solidFill>
          <a:latin typeface="+mn-lt"/>
          <a:cs typeface="+mn-cs"/>
        </a:defRPr>
      </a:lvl6pPr>
      <a:lvl7pPr marL="2689048" indent="-203694" algn="l" defTabSz="820636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Font typeface="Trebuchet MS" pitchFamily="34" charset="0"/>
        <a:buChar char="–"/>
        <a:defRPr sz="1477">
          <a:solidFill>
            <a:schemeClr val="tx1"/>
          </a:solidFill>
          <a:latin typeface="+mn-lt"/>
          <a:cs typeface="+mn-cs"/>
        </a:defRPr>
      </a:lvl7pPr>
      <a:lvl8pPr marL="3111090" indent="-203694" algn="l" defTabSz="820636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Font typeface="Trebuchet MS" pitchFamily="34" charset="0"/>
        <a:buChar char="–"/>
        <a:defRPr sz="1477">
          <a:solidFill>
            <a:schemeClr val="tx1"/>
          </a:solidFill>
          <a:latin typeface="+mn-lt"/>
          <a:cs typeface="+mn-cs"/>
        </a:defRPr>
      </a:lvl8pPr>
      <a:lvl9pPr marL="3533131" indent="-203694" algn="l" defTabSz="820636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Font typeface="Trebuchet MS" pitchFamily="34" charset="0"/>
        <a:buChar char="–"/>
        <a:defRPr sz="1477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1pPr>
      <a:lvl2pPr marL="422041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2pPr>
      <a:lvl3pPr marL="844083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3pPr>
      <a:lvl4pPr marL="1266124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4pPr>
      <a:lvl5pPr marL="1688165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5pPr>
      <a:lvl6pPr marL="2110207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6pPr>
      <a:lvl7pPr marL="2532248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7pPr>
      <a:lvl8pPr marL="2954289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8pPr>
      <a:lvl9pPr marL="3376331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935">
          <p15:clr>
            <a:srgbClr val="F26B43"/>
          </p15:clr>
        </p15:guide>
        <p15:guide id="2" pos="249">
          <p15:clr>
            <a:srgbClr val="F26B43"/>
          </p15:clr>
        </p15:guide>
        <p15:guide id="3" orient="horz" pos="3748">
          <p15:clr>
            <a:srgbClr val="F26B43"/>
          </p15:clr>
        </p15:guide>
        <p15:guide id="4" orient="horz" pos="3793">
          <p15:clr>
            <a:srgbClr val="F26B43"/>
          </p15:clr>
        </p15:guide>
        <p15:guide id="5" orient="horz" pos="618">
          <p15:clr>
            <a:srgbClr val="F26B43"/>
          </p15:clr>
        </p15:guide>
        <p15:guide id="6" orient="horz" pos="73">
          <p15:clr>
            <a:srgbClr val="F26B43"/>
          </p15:clr>
        </p15:guide>
        <p15:guide id="7" pos="551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Object 15" hidden="1"/>
          <p:cNvGraphicFramePr>
            <a:graphicFrameLocks noChangeAspect="1"/>
          </p:cNvGraphicFramePr>
          <p:nvPr>
            <p:custDataLst>
              <p:tags r:id="rId11"/>
            </p:custDataLst>
          </p:nvPr>
        </p:nvGraphicFramePr>
        <p:xfrm>
          <a:off x="1974" y="1594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0" name="think-cell Slide" r:id="rId12" imgW="360" imgH="360" progId="TCLayout.ActiveDocument.1">
                  <p:embed/>
                </p:oleObj>
              </mc:Choice>
              <mc:Fallback>
                <p:oleObj name="think-cell Slide" r:id="rId12" imgW="360" imgH="360" progId="TCLayout.ActiveDocument.1">
                  <p:embed/>
                  <p:pic>
                    <p:nvPicPr>
                      <p:cNvPr id="16" name="Object 15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4" y="1594"/>
                        <a:ext cx="1953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79988" y="436910"/>
            <a:ext cx="11040513" cy="8318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0" tIns="44439" rIns="0" bIns="44439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Slide title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579967" y="1509715"/>
            <a:ext cx="11032067" cy="443956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Body text</a:t>
            </a:r>
          </a:p>
          <a:p>
            <a:pPr lvl="1"/>
            <a:r>
              <a:rPr lang="en-GB"/>
              <a:t>First level</a:t>
            </a:r>
          </a:p>
          <a:p>
            <a:pPr lvl="2"/>
            <a:r>
              <a:rPr lang="en-GB"/>
              <a:t>Second level</a:t>
            </a:r>
          </a:p>
          <a:p>
            <a:pPr lvl="3"/>
            <a:r>
              <a:rPr lang="en-GB"/>
              <a:t>Third level</a:t>
            </a:r>
          </a:p>
          <a:p>
            <a:pPr lvl="4"/>
            <a:r>
              <a:rPr lang="en-GB"/>
              <a:t>Quotation level</a:t>
            </a:r>
          </a:p>
        </p:txBody>
      </p:sp>
      <p:sp>
        <p:nvSpPr>
          <p:cNvPr id="2" name="TextBox 1"/>
          <p:cNvSpPr txBox="1"/>
          <p:nvPr userDrawn="1"/>
        </p:nvSpPr>
        <p:spPr>
          <a:xfrm>
            <a:off x="5135894" y="6165304"/>
            <a:ext cx="1920213" cy="3600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defTabSz="457200"/>
            <a:endParaRPr lang="en-GB">
              <a:solidFill>
                <a:prstClr val="black"/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64619" y="6251236"/>
            <a:ext cx="527381" cy="360040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000000"/>
                </a:solidFill>
              </a:defRPr>
            </a:lvl1pPr>
          </a:lstStyle>
          <a:p>
            <a:pPr defTabSz="457200"/>
            <a:fld id="{678887E8-0E34-4A1C-8C16-3AB704763284}" type="slidenum">
              <a:rPr lang="en-GB" altLang="en-US" smtClean="0"/>
              <a:pPr defTabSz="457200"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76512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</p:sldLayoutIdLst>
  <p:hf hdr="0" ftr="0" dt="0"/>
  <p:txStyles>
    <p:titleStyle>
      <a:lvl1pPr algn="l" defTabSz="820636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0000"/>
          </a:solidFill>
          <a:latin typeface="+mj-lt"/>
          <a:ea typeface="+mj-ea"/>
          <a:cs typeface="+mj-cs"/>
        </a:defRPr>
      </a:lvl1pPr>
      <a:lvl2pPr algn="l" defTabSz="820636" rtl="0" eaLnBrk="1" fontAlgn="base" hangingPunct="1">
        <a:spcBef>
          <a:spcPct val="0"/>
        </a:spcBef>
        <a:spcAft>
          <a:spcPct val="0"/>
        </a:spcAft>
        <a:defRPr sz="2215" b="1">
          <a:solidFill>
            <a:schemeClr val="tx2"/>
          </a:solidFill>
          <a:latin typeface="Trebuchet MS" pitchFamily="34" charset="0"/>
          <a:cs typeface="Arial" charset="0"/>
        </a:defRPr>
      </a:lvl2pPr>
      <a:lvl3pPr algn="l" defTabSz="820636" rtl="0" eaLnBrk="1" fontAlgn="base" hangingPunct="1">
        <a:spcBef>
          <a:spcPct val="0"/>
        </a:spcBef>
        <a:spcAft>
          <a:spcPct val="0"/>
        </a:spcAft>
        <a:defRPr sz="2215" b="1">
          <a:solidFill>
            <a:schemeClr val="tx2"/>
          </a:solidFill>
          <a:latin typeface="Trebuchet MS" pitchFamily="34" charset="0"/>
          <a:cs typeface="Arial" charset="0"/>
        </a:defRPr>
      </a:lvl3pPr>
      <a:lvl4pPr algn="l" defTabSz="820636" rtl="0" eaLnBrk="1" fontAlgn="base" hangingPunct="1">
        <a:spcBef>
          <a:spcPct val="0"/>
        </a:spcBef>
        <a:spcAft>
          <a:spcPct val="0"/>
        </a:spcAft>
        <a:defRPr sz="2215" b="1">
          <a:solidFill>
            <a:schemeClr val="tx2"/>
          </a:solidFill>
          <a:latin typeface="Trebuchet MS" pitchFamily="34" charset="0"/>
          <a:cs typeface="Arial" charset="0"/>
        </a:defRPr>
      </a:lvl4pPr>
      <a:lvl5pPr algn="l" defTabSz="820636" rtl="0" eaLnBrk="1" fontAlgn="base" hangingPunct="1">
        <a:spcBef>
          <a:spcPct val="0"/>
        </a:spcBef>
        <a:spcAft>
          <a:spcPct val="0"/>
        </a:spcAft>
        <a:defRPr sz="2215" b="1">
          <a:solidFill>
            <a:schemeClr val="tx2"/>
          </a:solidFill>
          <a:latin typeface="Trebuchet MS" pitchFamily="34" charset="0"/>
          <a:cs typeface="Arial" charset="0"/>
        </a:defRPr>
      </a:lvl5pPr>
      <a:lvl6pPr marL="422041" algn="l" defTabSz="820636" rtl="0" eaLnBrk="1" fontAlgn="base" hangingPunct="1">
        <a:spcBef>
          <a:spcPct val="0"/>
        </a:spcBef>
        <a:spcAft>
          <a:spcPct val="0"/>
        </a:spcAft>
        <a:defRPr sz="2215" b="1">
          <a:solidFill>
            <a:schemeClr val="tx2"/>
          </a:solidFill>
          <a:latin typeface="Trebuchet MS" pitchFamily="34" charset="0"/>
          <a:cs typeface="Arial" charset="0"/>
        </a:defRPr>
      </a:lvl6pPr>
      <a:lvl7pPr marL="844083" algn="l" defTabSz="820636" rtl="0" eaLnBrk="1" fontAlgn="base" hangingPunct="1">
        <a:spcBef>
          <a:spcPct val="0"/>
        </a:spcBef>
        <a:spcAft>
          <a:spcPct val="0"/>
        </a:spcAft>
        <a:defRPr sz="2215" b="1">
          <a:solidFill>
            <a:schemeClr val="tx2"/>
          </a:solidFill>
          <a:latin typeface="Trebuchet MS" pitchFamily="34" charset="0"/>
          <a:cs typeface="Arial" charset="0"/>
        </a:defRPr>
      </a:lvl7pPr>
      <a:lvl8pPr marL="1266124" algn="l" defTabSz="820636" rtl="0" eaLnBrk="1" fontAlgn="base" hangingPunct="1">
        <a:spcBef>
          <a:spcPct val="0"/>
        </a:spcBef>
        <a:spcAft>
          <a:spcPct val="0"/>
        </a:spcAft>
        <a:defRPr sz="2215" b="1">
          <a:solidFill>
            <a:schemeClr val="tx2"/>
          </a:solidFill>
          <a:latin typeface="Trebuchet MS" pitchFamily="34" charset="0"/>
          <a:cs typeface="Arial" charset="0"/>
        </a:defRPr>
      </a:lvl8pPr>
      <a:lvl9pPr marL="1688165" algn="l" defTabSz="820636" rtl="0" eaLnBrk="1" fontAlgn="base" hangingPunct="1">
        <a:spcBef>
          <a:spcPct val="0"/>
        </a:spcBef>
        <a:spcAft>
          <a:spcPct val="0"/>
        </a:spcAft>
        <a:defRPr sz="2215" b="1">
          <a:solidFill>
            <a:schemeClr val="tx2"/>
          </a:solidFill>
          <a:latin typeface="Trebuchet MS" pitchFamily="34" charset="0"/>
          <a:cs typeface="Arial" charset="0"/>
        </a:defRPr>
      </a:lvl9pPr>
    </p:titleStyle>
    <p:bodyStyle>
      <a:lvl1pPr algn="l" defTabSz="820636" rtl="0" eaLnBrk="1" fontAlgn="base" hangingPunct="1">
        <a:spcBef>
          <a:spcPct val="20000"/>
        </a:spcBef>
        <a:spcAft>
          <a:spcPct val="0"/>
        </a:spcAft>
        <a:defRPr sz="1400" b="0">
          <a:solidFill>
            <a:schemeClr val="tx1"/>
          </a:solidFill>
          <a:latin typeface="+mn-lt"/>
          <a:ea typeface="+mn-ea"/>
          <a:cs typeface="+mn-cs"/>
        </a:defRPr>
      </a:lvl1pPr>
      <a:lvl2pPr marL="410318" indent="-205159" algn="l" defTabSz="820636" rtl="0" eaLnBrk="1" fontAlgn="base" hangingPunct="1">
        <a:spcBef>
          <a:spcPct val="20000"/>
        </a:spcBef>
        <a:spcAft>
          <a:spcPct val="0"/>
        </a:spcAft>
        <a:buClrTx/>
        <a:buChar char="•"/>
        <a:defRPr sz="1400" b="0">
          <a:solidFill>
            <a:schemeClr val="tx1"/>
          </a:solidFill>
          <a:latin typeface="+mn-lt"/>
          <a:cs typeface="+mn-cs"/>
        </a:defRPr>
      </a:lvl2pPr>
      <a:lvl3pPr marL="820636" indent="-205159" algn="l" defTabSz="820636" rtl="0" eaLnBrk="1" fontAlgn="base" hangingPunct="1">
        <a:spcBef>
          <a:spcPct val="20000"/>
        </a:spcBef>
        <a:spcAft>
          <a:spcPct val="0"/>
        </a:spcAft>
        <a:buClrTx/>
        <a:buFont typeface="Arial" panose="020B0604020202020204" pitchFamily="34" charset="0"/>
        <a:buChar char="•"/>
        <a:defRPr sz="1400" b="0">
          <a:solidFill>
            <a:schemeClr val="tx1"/>
          </a:solidFill>
          <a:latin typeface="+mn-lt"/>
          <a:cs typeface="+mn-cs"/>
        </a:defRPr>
      </a:lvl3pPr>
      <a:lvl4pPr marL="1235351" indent="-209556" algn="l" defTabSz="820636" rtl="0" eaLnBrk="1" fontAlgn="base" hangingPunct="1">
        <a:spcBef>
          <a:spcPct val="20000"/>
        </a:spcBef>
        <a:spcAft>
          <a:spcPct val="0"/>
        </a:spcAft>
        <a:buClrTx/>
        <a:buFont typeface="Trebuchet MS" pitchFamily="34" charset="0"/>
        <a:buChar char="–"/>
        <a:defRPr sz="1400" b="0">
          <a:solidFill>
            <a:schemeClr val="tx1"/>
          </a:solidFill>
          <a:latin typeface="+mn-lt"/>
          <a:cs typeface="+mn-cs"/>
        </a:defRPr>
      </a:lvl4pPr>
      <a:lvl5pPr marL="1844966" indent="-203694" algn="l" defTabSz="820636" rtl="0" eaLnBrk="1" fontAlgn="base" hangingPunct="1">
        <a:spcBef>
          <a:spcPct val="20000"/>
        </a:spcBef>
        <a:spcAft>
          <a:spcPct val="0"/>
        </a:spcAft>
        <a:buClrTx/>
        <a:buFont typeface="Trebuchet MS" pitchFamily="34" charset="0"/>
        <a:buChar char="–"/>
        <a:defRPr sz="1400" b="0">
          <a:solidFill>
            <a:schemeClr val="tx1"/>
          </a:solidFill>
          <a:latin typeface="+mn-lt"/>
          <a:cs typeface="+mn-cs"/>
        </a:defRPr>
      </a:lvl5pPr>
      <a:lvl6pPr marL="2267007" indent="-203694" algn="l" defTabSz="820636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Font typeface="Trebuchet MS" pitchFamily="34" charset="0"/>
        <a:buChar char="–"/>
        <a:defRPr sz="1477">
          <a:solidFill>
            <a:schemeClr val="tx1"/>
          </a:solidFill>
          <a:latin typeface="+mn-lt"/>
          <a:cs typeface="+mn-cs"/>
        </a:defRPr>
      </a:lvl6pPr>
      <a:lvl7pPr marL="2689048" indent="-203694" algn="l" defTabSz="820636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Font typeface="Trebuchet MS" pitchFamily="34" charset="0"/>
        <a:buChar char="–"/>
        <a:defRPr sz="1477">
          <a:solidFill>
            <a:schemeClr val="tx1"/>
          </a:solidFill>
          <a:latin typeface="+mn-lt"/>
          <a:cs typeface="+mn-cs"/>
        </a:defRPr>
      </a:lvl7pPr>
      <a:lvl8pPr marL="3111090" indent="-203694" algn="l" defTabSz="820636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Font typeface="Trebuchet MS" pitchFamily="34" charset="0"/>
        <a:buChar char="–"/>
        <a:defRPr sz="1477">
          <a:solidFill>
            <a:schemeClr val="tx1"/>
          </a:solidFill>
          <a:latin typeface="+mn-lt"/>
          <a:cs typeface="+mn-cs"/>
        </a:defRPr>
      </a:lvl8pPr>
      <a:lvl9pPr marL="3533131" indent="-203694" algn="l" defTabSz="820636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Font typeface="Trebuchet MS" pitchFamily="34" charset="0"/>
        <a:buChar char="–"/>
        <a:defRPr sz="1477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1pPr>
      <a:lvl2pPr marL="422041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2pPr>
      <a:lvl3pPr marL="844083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3pPr>
      <a:lvl4pPr marL="1266124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4pPr>
      <a:lvl5pPr marL="1688165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5pPr>
      <a:lvl6pPr marL="2110207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6pPr>
      <a:lvl7pPr marL="2532248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7pPr>
      <a:lvl8pPr marL="2954289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8pPr>
      <a:lvl9pPr marL="3376331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935">
          <p15:clr>
            <a:srgbClr val="F26B43"/>
          </p15:clr>
        </p15:guide>
        <p15:guide id="2" pos="249">
          <p15:clr>
            <a:srgbClr val="F26B43"/>
          </p15:clr>
        </p15:guide>
        <p15:guide id="3" orient="horz" pos="3748">
          <p15:clr>
            <a:srgbClr val="F26B43"/>
          </p15:clr>
        </p15:guide>
        <p15:guide id="4" orient="horz" pos="3793">
          <p15:clr>
            <a:srgbClr val="F26B43"/>
          </p15:clr>
        </p15:guide>
        <p15:guide id="5" orient="horz" pos="618">
          <p15:clr>
            <a:srgbClr val="F26B43"/>
          </p15:clr>
        </p15:guide>
        <p15:guide id="6" orient="horz" pos="73">
          <p15:clr>
            <a:srgbClr val="F26B43"/>
          </p15:clr>
        </p15:guide>
        <p15:guide id="7" pos="551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/>
          <p:cNvGraphicFramePr>
            <a:graphicFrameLocks noChangeAspect="1"/>
          </p:cNvGraphicFramePr>
          <p:nvPr userDrawn="1">
            <p:custDataLst>
              <p:tags r:id="rId14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4" name="think-cell Slide" r:id="rId15" imgW="359" imgH="355" progId="TCLayout.ActiveDocument.1">
                  <p:embed/>
                </p:oleObj>
              </mc:Choice>
              <mc:Fallback>
                <p:oleObj name="think-cell Slide" r:id="rId15" imgW="359" imgH="355" progId="TCLayout.ActiveDocument.1">
                  <p:embed/>
                  <p:pic>
                    <p:nvPicPr>
                      <p:cNvPr id="6" name="Object 5" hidden="1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09884" y="179243"/>
            <a:ext cx="8265944" cy="8019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11" name="Picture 10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D096EEB4-6179-FE4F-8EC4-4B53E3CE81C7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10601864" y="6323591"/>
            <a:ext cx="1209136" cy="365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08516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2" r:id="rId1"/>
    <p:sldLayoutId id="2147483793" r:id="rId2"/>
    <p:sldLayoutId id="2147483794" r:id="rId3"/>
    <p:sldLayoutId id="2147483795" r:id="rId4"/>
    <p:sldLayoutId id="2147483796" r:id="rId5"/>
    <p:sldLayoutId id="2147483797" r:id="rId6"/>
    <p:sldLayoutId id="2147483798" r:id="rId7"/>
    <p:sldLayoutId id="2147483799" r:id="rId8"/>
    <p:sldLayoutId id="2147483800" r:id="rId9"/>
    <p:sldLayoutId id="2147483801" r:id="rId10"/>
    <p:sldLayoutId id="2147483802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>
          <a:solidFill>
            <a:srgbClr val="006CB4"/>
          </a:solidFill>
          <a:latin typeface="12 Frutiger* 55 Roman   05103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006CB4"/>
        </a:buClr>
        <a:buFontTx/>
        <a:buBlip>
          <a:blip r:embed="rId18"/>
        </a:buBlip>
        <a:defRPr sz="2800" b="0" i="0" kern="1200">
          <a:solidFill>
            <a:schemeClr val="tx1"/>
          </a:solidFill>
          <a:latin typeface="12 Frutiger* 55 Roman   05103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6CB4"/>
        </a:buClr>
        <a:buFontTx/>
        <a:buBlip>
          <a:blip r:embed="rId18"/>
        </a:buBlip>
        <a:defRPr sz="2400" b="1" i="0" kern="1200">
          <a:solidFill>
            <a:schemeClr val="tx1"/>
          </a:solidFill>
          <a:latin typeface="12 Frutiger* 65 Bold   07103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6CB4"/>
        </a:buClr>
        <a:buFontTx/>
        <a:buBlip>
          <a:blip r:embed="rId18"/>
        </a:buBlip>
        <a:defRPr sz="2000" b="1" i="0" kern="1200">
          <a:solidFill>
            <a:schemeClr val="tx1"/>
          </a:solidFill>
          <a:latin typeface="12 Frutiger* 65 Bold   07103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6CB4"/>
        </a:buClr>
        <a:buFontTx/>
        <a:buBlip>
          <a:blip r:embed="rId18"/>
        </a:buBlip>
        <a:defRPr sz="1800" kern="1200">
          <a:solidFill>
            <a:schemeClr val="tx1"/>
          </a:solidFill>
          <a:latin typeface="12 Frutiger* 55 Roman   05103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6CB4"/>
        </a:buClr>
        <a:buFontTx/>
        <a:buBlip>
          <a:blip r:embed="rId18"/>
        </a:buBlip>
        <a:defRPr sz="1800" kern="1200">
          <a:solidFill>
            <a:schemeClr val="tx1"/>
          </a:solidFill>
          <a:latin typeface="12 Frutiger* 55 Roman   05103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14920" y="252130"/>
            <a:ext cx="8756073" cy="611649"/>
          </a:xfrm>
        </p:spPr>
        <p:txBody>
          <a:bodyPr/>
          <a:lstStyle/>
          <a:p>
            <a:r>
              <a:rPr lang="en-GB" dirty="0">
                <a:solidFill>
                  <a:srgbClr val="002162"/>
                </a:solidFill>
              </a:rPr>
              <a:t>Stakeholder Map/Mapping Tool</a:t>
            </a: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4679D970-F641-CD62-7FB4-83F27C9AB8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0040934"/>
              </p:ext>
            </p:extLst>
          </p:nvPr>
        </p:nvGraphicFramePr>
        <p:xfrm>
          <a:off x="715298" y="943149"/>
          <a:ext cx="10748725" cy="502131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71603">
                  <a:extLst>
                    <a:ext uri="{9D8B030D-6E8A-4147-A177-3AD203B41FA5}">
                      <a16:colId xmlns:a16="http://schemas.microsoft.com/office/drawing/2014/main" val="1612821403"/>
                    </a:ext>
                  </a:extLst>
                </a:gridCol>
                <a:gridCol w="5188561">
                  <a:extLst>
                    <a:ext uri="{9D8B030D-6E8A-4147-A177-3AD203B41FA5}">
                      <a16:colId xmlns:a16="http://schemas.microsoft.com/office/drawing/2014/main" val="1551097448"/>
                    </a:ext>
                  </a:extLst>
                </a:gridCol>
                <a:gridCol w="5188561">
                  <a:extLst>
                    <a:ext uri="{9D8B030D-6E8A-4147-A177-3AD203B41FA5}">
                      <a16:colId xmlns:a16="http://schemas.microsoft.com/office/drawing/2014/main" val="1344705068"/>
                    </a:ext>
                  </a:extLst>
                </a:gridCol>
              </a:tblGrid>
              <a:tr h="2301854">
                <a:tc row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800" b="1" kern="1200" dirty="0">
                          <a:solidFill>
                            <a:srgbClr val="002162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Stakeholder</a:t>
                      </a:r>
                      <a:r>
                        <a:rPr lang="en-GB" sz="1000" dirty="0">
                          <a:solidFill>
                            <a:srgbClr val="002162"/>
                          </a:solidFill>
                          <a:effectLst/>
                        </a:rPr>
                        <a:t>  </a:t>
                      </a:r>
                      <a:r>
                        <a:rPr lang="en-GB" sz="1800" b="1" kern="1200" dirty="0">
                          <a:solidFill>
                            <a:srgbClr val="002162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interest</a:t>
                      </a:r>
                      <a:r>
                        <a:rPr lang="en-GB" sz="1800" b="1" kern="1200" baseline="0" dirty="0">
                          <a:solidFill>
                            <a:srgbClr val="002162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in work or service</a:t>
                      </a:r>
                      <a:endParaRPr lang="en-GB" sz="1800" b="1" kern="1200" dirty="0">
                        <a:solidFill>
                          <a:srgbClr val="002162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600" dirty="0">
                          <a:effectLst/>
                        </a:rPr>
                        <a:t> </a:t>
                      </a:r>
                      <a:endParaRPr lang="en-GB" sz="600" dirty="0"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3188" marR="33188" marT="0" marB="0" vert="vert27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GB" sz="1800" b="1" dirty="0">
                        <a:solidFill>
                          <a:schemeClr val="accent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800" b="1" dirty="0">
                          <a:solidFill>
                            <a:srgbClr val="002162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Supporters</a:t>
                      </a:r>
                      <a:endParaRPr lang="en-GB" sz="1000" b="1" dirty="0">
                        <a:solidFill>
                          <a:srgbClr val="002162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 b="0" dirty="0">
                          <a:solidFill>
                            <a:schemeClr val="accent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show consideration</a:t>
                      </a:r>
                      <a:endParaRPr lang="en-GB" sz="1000" b="0" dirty="0">
                        <a:solidFill>
                          <a:schemeClr val="accent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 dirty="0">
                          <a:solidFill>
                            <a:schemeClr val="accent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GB" sz="1000" dirty="0">
                        <a:solidFill>
                          <a:schemeClr val="accent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chemeClr val="accent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 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en-GB" sz="1000" dirty="0">
                        <a:solidFill>
                          <a:schemeClr val="accent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chemeClr val="accent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GB" sz="1000" dirty="0">
                        <a:solidFill>
                          <a:schemeClr val="accent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00" b="0" dirty="0">
                          <a:solidFill>
                            <a:schemeClr val="accent3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Interested but less influential stakeholders may be a distraction. Keep informed and involved in their interest areas.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0" kern="1200" dirty="0">
                          <a:solidFill>
                            <a:schemeClr val="accent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Manage and acknowledge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en-GB" sz="1000" dirty="0">
                        <a:solidFill>
                          <a:schemeClr val="accent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00" i="0" b="1">
                          <a:solidFill>
                            <a:srgbClr val="00216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Our stakeholders: Patients and carers, Ward housekeepers, Patient panel</a:t>
                      </a:r>
                    </a:p>
                  </a:txBody>
                  <a:tcPr marL="33188" marR="33188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 dirty="0">
                          <a:solidFill>
                            <a:schemeClr val="accent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GB" sz="1000" dirty="0">
                        <a:solidFill>
                          <a:schemeClr val="accent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002162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Champions</a:t>
                      </a:r>
                      <a:endParaRPr lang="en-GB" sz="1000" dirty="0">
                        <a:solidFill>
                          <a:srgbClr val="002162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 b="0" dirty="0">
                          <a:solidFill>
                            <a:schemeClr val="accent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manage closely</a:t>
                      </a:r>
                      <a:endParaRPr lang="en-GB" sz="1000" b="0" dirty="0">
                        <a:solidFill>
                          <a:schemeClr val="accent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 dirty="0">
                          <a:solidFill>
                            <a:schemeClr val="accent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GB" sz="1000" dirty="0">
                        <a:solidFill>
                          <a:schemeClr val="accent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chemeClr val="accent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chemeClr val="accent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GB" sz="1000" dirty="0">
                        <a:solidFill>
                          <a:schemeClr val="accent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chemeClr val="accent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GB" sz="1000" dirty="0">
                        <a:solidFill>
                          <a:schemeClr val="accent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00" b="0" dirty="0">
                          <a:solidFill>
                            <a:schemeClr val="accent3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Highly interested and</a:t>
                      </a:r>
                      <a:r>
                        <a:rPr lang="en-GB" sz="1000" b="0" baseline="0" dirty="0">
                          <a:solidFill>
                            <a:schemeClr val="accent3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highly influential stakeholders should be involved in the work or in the running of the service. </a:t>
                      </a:r>
                      <a:r>
                        <a:rPr lang="en-GB" sz="1000" b="0" dirty="0">
                          <a:solidFill>
                            <a:schemeClr val="accent3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Consult and engage regularly &amp; involve in decision making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00" b="0" dirty="0">
                          <a:solidFill>
                            <a:schemeClr val="accent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Manage most thoroughly 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00" b="1" i="0">
                          <a:solidFill>
                            <a:srgbClr val="00216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Our stakeholders: Ward managers and matrons, Pharmacy team, Consultant physicians, Discharge team</a:t>
                      </a:r>
                    </a:p>
                  </a:txBody>
                  <a:tcPr marL="33188" marR="33188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6342637"/>
                  </a:ext>
                </a:extLst>
              </a:tr>
              <a:tr h="226369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000" dirty="0">
                          <a:solidFill>
                            <a:schemeClr val="accent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800" b="1" dirty="0">
                          <a:solidFill>
                            <a:srgbClr val="002162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Sleepers</a:t>
                      </a:r>
                      <a:endParaRPr lang="en-GB" sz="1000" b="1" dirty="0">
                        <a:solidFill>
                          <a:srgbClr val="002162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 dirty="0">
                          <a:solidFill>
                            <a:schemeClr val="accent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minimal effort</a:t>
                      </a:r>
                      <a:endParaRPr lang="en-GB" sz="1000" dirty="0">
                        <a:solidFill>
                          <a:schemeClr val="accent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chemeClr val="accent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GB" sz="1000" dirty="0">
                        <a:solidFill>
                          <a:schemeClr val="accent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chemeClr val="accent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GB" sz="1000" dirty="0">
                        <a:solidFill>
                          <a:schemeClr val="accent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chemeClr val="accent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GB" sz="1000" dirty="0">
                        <a:solidFill>
                          <a:schemeClr val="accent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endParaRPr lang="en-GB" sz="1000" dirty="0">
                        <a:solidFill>
                          <a:schemeClr val="accent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00" b="0" dirty="0">
                          <a:solidFill>
                            <a:schemeClr val="accent3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Neither influential nor interested,</a:t>
                      </a:r>
                      <a:r>
                        <a:rPr lang="en-GB" sz="1000" b="0" baseline="0" dirty="0">
                          <a:solidFill>
                            <a:schemeClr val="accent3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k</a:t>
                      </a:r>
                      <a:r>
                        <a:rPr lang="en-GB" sz="1000" b="0" dirty="0">
                          <a:solidFill>
                            <a:schemeClr val="accent3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eep informed and monitor regularly in case of changes in their status but should not be</a:t>
                      </a:r>
                      <a:r>
                        <a:rPr lang="en-GB" sz="1000" b="0" baseline="0" dirty="0">
                          <a:solidFill>
                            <a:schemeClr val="accent3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distracted from the work</a:t>
                      </a:r>
                      <a:endParaRPr lang="en-GB" sz="1000" b="0" dirty="0">
                        <a:solidFill>
                          <a:schemeClr val="accent3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00" b="0" kern="1200" dirty="0">
                          <a:solidFill>
                            <a:schemeClr val="accent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Regular, minimal contact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000" b="0" dirty="0">
                          <a:solidFill>
                            <a:schemeClr val="accent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GB" sz="1000" b="0" dirty="0">
                        <a:solidFill>
                          <a:schemeClr val="accent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000" b="1" i="0">
                          <a:solidFill>
                            <a:srgbClr val="00216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Our stakeholders: Estates (lounge refurbishment), Volunteers service</a:t>
                      </a:r>
                    </a:p>
                  </a:txBody>
                  <a:tcPr marL="33188" marR="33188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000" dirty="0">
                          <a:solidFill>
                            <a:schemeClr val="accent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en-GB" sz="1400" b="0" dirty="0">
                        <a:solidFill>
                          <a:schemeClr val="accent3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00" b="0" dirty="0">
                          <a:solidFill>
                            <a:srgbClr val="002162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r>
                        <a:rPr lang="en-GB" sz="1800" b="1" dirty="0">
                          <a:solidFill>
                            <a:srgbClr val="002162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Blockers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 b="0" dirty="0">
                          <a:solidFill>
                            <a:schemeClr val="accent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keep satisfied</a:t>
                      </a:r>
                      <a:endParaRPr lang="en-GB" sz="1000" b="0" dirty="0">
                        <a:solidFill>
                          <a:schemeClr val="accent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 dirty="0">
                          <a:solidFill>
                            <a:schemeClr val="accent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GB" sz="1000" dirty="0">
                        <a:solidFill>
                          <a:schemeClr val="accent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chemeClr val="accent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GB" sz="1000" dirty="0">
                        <a:solidFill>
                          <a:schemeClr val="accent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chemeClr val="accent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GB" sz="1000" dirty="0">
                        <a:solidFill>
                          <a:schemeClr val="accent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00" b="0" dirty="0">
                          <a:solidFill>
                            <a:schemeClr val="accent3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Focus on engaging, listening to and influencing. Should be communicated with and managed to try and increase their interest.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0" kern="1200" dirty="0">
                          <a:solidFill>
                            <a:schemeClr val="accent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Anticipate and meet needs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endParaRPr lang="en-GB" sz="1000" dirty="0">
                        <a:solidFill>
                          <a:schemeClr val="accent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000" i="0" b="1">
                          <a:solidFill>
                            <a:srgbClr val="00216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Our stakeholders: Patient transport provider, Local authority social work, Clinical Group Executive Committee</a:t>
                      </a:r>
                    </a:p>
                  </a:txBody>
                  <a:tcPr marL="33188" marR="33188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8895142"/>
                  </a:ext>
                </a:extLst>
              </a:tr>
              <a:tr h="45576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GB" sz="1800" b="1" kern="1200" dirty="0">
                          <a:solidFill>
                            <a:srgbClr val="002162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Stakeholder</a:t>
                      </a:r>
                      <a:r>
                        <a:rPr lang="en-GB" sz="1800" b="1" kern="1200" baseline="0" dirty="0">
                          <a:solidFill>
                            <a:srgbClr val="002162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ability to influence work or service</a:t>
                      </a:r>
                      <a:endParaRPr lang="en-GB" sz="1800" b="1" kern="1200" dirty="0">
                        <a:solidFill>
                          <a:srgbClr val="002162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33188" marR="3318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7840306"/>
                  </a:ext>
                </a:extLst>
              </a:tr>
            </a:tbl>
          </a:graphicData>
        </a:graphic>
      </p:graphicFrame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2D43616-8CA8-6640-4EFE-A9109EBDFBA4}"/>
              </a:ext>
            </a:extLst>
          </p:cNvPr>
          <p:cNvCxnSpPr>
            <a:cxnSpLocks/>
          </p:cNvCxnSpPr>
          <p:nvPr/>
        </p:nvCxnSpPr>
        <p:spPr>
          <a:xfrm>
            <a:off x="1094554" y="5490353"/>
            <a:ext cx="10620000" cy="0"/>
          </a:xfrm>
          <a:prstGeom prst="straightConnector1">
            <a:avLst/>
          </a:prstGeom>
          <a:ln w="57150">
            <a:solidFill>
              <a:schemeClr val="tx2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5409DBB-146A-DBE1-026E-8008D11E4581}"/>
              </a:ext>
            </a:extLst>
          </p:cNvPr>
          <p:cNvCxnSpPr>
            <a:cxnSpLocks/>
          </p:cNvCxnSpPr>
          <p:nvPr/>
        </p:nvCxnSpPr>
        <p:spPr>
          <a:xfrm flipV="1">
            <a:off x="1094554" y="696296"/>
            <a:ext cx="10278" cy="4824000"/>
          </a:xfrm>
          <a:prstGeom prst="straightConnector1">
            <a:avLst/>
          </a:prstGeom>
          <a:ln w="57150">
            <a:solidFill>
              <a:schemeClr val="tx2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84B3276-E19E-AF07-5530-F28A108C19BD}"/>
              </a:ext>
            </a:extLst>
          </p:cNvPr>
          <p:cNvSpPr txBox="1"/>
          <p:nvPr/>
        </p:nvSpPr>
        <p:spPr>
          <a:xfrm>
            <a:off x="261643" y="71695"/>
            <a:ext cx="966931" cy="215444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GB" sz="800" i="1" dirty="0">
                <a:latin typeface="Arial"/>
                <a:cs typeface="Arial"/>
              </a:rPr>
              <a:t>V1 October 2022</a:t>
            </a:r>
            <a:endParaRPr lang="en-US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13578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129348112"/>
              </p:ext>
            </p:extLst>
          </p:nvPr>
        </p:nvGraphicFramePr>
        <p:xfrm>
          <a:off x="399142" y="1859642"/>
          <a:ext cx="11408922" cy="3637418"/>
        </p:xfrm>
        <a:graphic>
          <a:graphicData uri="http://schemas.openxmlformats.org/drawingml/2006/table">
            <a:tbl>
              <a:tblPr/>
              <a:tblGrid>
                <a:gridCol w="16298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98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98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98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298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2984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2984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37018">
                <a:tc>
                  <a:txBody>
                    <a:bodyPr/>
                    <a:lstStyle/>
                    <a:p>
                      <a:pPr algn="l" fontAlgn="base"/>
                      <a:r>
                        <a:rPr lang="en-GB" sz="1200" b="1" i="0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Stakeholder​</a:t>
                      </a:r>
                    </a:p>
                  </a:txBody>
                  <a:tcPr>
                    <a:lnL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79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16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GB" sz="1200" b="1" i="0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Power / interest​</a:t>
                      </a:r>
                    </a:p>
                  </a:txBody>
                  <a:tcPr>
                    <a:lnL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79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16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GB" sz="1200" b="1" i="0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Key interest / Issues​</a:t>
                      </a:r>
                    </a:p>
                  </a:txBody>
                  <a:tcPr>
                    <a:lnL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79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16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GB" sz="1200" b="1" i="0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Communication  Vehicle​</a:t>
                      </a:r>
                    </a:p>
                  </a:txBody>
                  <a:tcPr>
                    <a:lnL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79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16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GB" sz="1200" b="1" i="0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Frequency​</a:t>
                      </a:r>
                    </a:p>
                  </a:txBody>
                  <a:tcPr>
                    <a:lnL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79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16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GB" sz="1200" b="1" i="0" dirty="0">
                          <a:solidFill>
                            <a:srgbClr val="FFFFFF"/>
                          </a:solidFill>
                          <a:effectLst/>
                          <a:latin typeface="Arial"/>
                          <a:cs typeface="Arial"/>
                        </a:rPr>
                        <a:t>Format</a:t>
                      </a:r>
                    </a:p>
                  </a:txBody>
                  <a:tcPr>
                    <a:lnL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79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16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GB" sz="1200" b="1" i="0" dirty="0">
                          <a:solidFill>
                            <a:srgbClr val="FFFFFF"/>
                          </a:solidFill>
                          <a:effectLst/>
                          <a:latin typeface="Arial"/>
                          <a:cs typeface="Arial"/>
                        </a:rPr>
                        <a:t>Content Provided</a:t>
                      </a:r>
                    </a:p>
                  </a:txBody>
                  <a:tcPr>
                    <a:lnL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79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1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 fontAlgn="auto"/>
                      <a:r>
                        <a:rPr lang="en-GB" sz="900" b="0" i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Ward managers and nurses (8 wards)</a:t>
                      </a:r>
                    </a:p>
                  </a:txBody>
                  <a:tcPr>
                    <a:lnL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79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auto"/>
                      <a:r>
                        <a:rPr lang="en-GB" sz="900" b="0" i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High / High</a:t>
                      </a:r>
                    </a:p>
                  </a:txBody>
                  <a:tcPr>
                    <a:lnL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79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auto"/>
                      <a:r>
                        <a:rPr lang="en-GB" sz="900" b="0" i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Time to take part; staffing on busy days</a:t>
                      </a:r>
                    </a:p>
                  </a:txBody>
                  <a:tcPr>
                    <a:lnL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79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auto"/>
                      <a:r>
                        <a:rPr lang="en-GB" sz="900" b="0" i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Ward huddle, workstream group</a:t>
                      </a:r>
                    </a:p>
                  </a:txBody>
                  <a:tcPr>
                    <a:lnL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79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auto"/>
                      <a:r>
                        <a:rPr lang="en-GB" sz="900" b="0" i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Daily / weekly</a:t>
                      </a:r>
                    </a:p>
                  </a:txBody>
                  <a:tcPr>
                    <a:lnL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79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auto"/>
                      <a:r>
                        <a:rPr lang="en-GB" sz="900" b="0" i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Face to face</a:t>
                      </a:r>
                    </a:p>
                  </a:txBody>
                  <a:tcPr>
                    <a:lnL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79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auto"/>
                      <a:r>
                        <a:rPr lang="en-GB" sz="900" b="0" i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Ward measures, PDSA plans, wins</a:t>
                      </a:r>
                    </a:p>
                  </a:txBody>
                  <a:tcPr>
                    <a:lnL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79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 fontAlgn="auto"/>
                      <a:r>
                        <a:rPr lang="en-GB" sz="900" b="0" i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Consultants and junior doctors</a:t>
                      </a:r>
                    </a:p>
                  </a:txBody>
                  <a:tcPr>
                    <a:lnL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auto"/>
                      <a:r>
                        <a:rPr lang="en-GB" sz="900" b="0" i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High / Medium</a:t>
                      </a:r>
                    </a:p>
                  </a:txBody>
                  <a:tcPr>
                    <a:lnL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auto"/>
                      <a:r>
                        <a:rPr lang="en-GB" sz="900" b="0" i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Board round time; writing TTOs the day before</a:t>
                      </a:r>
                    </a:p>
                  </a:txBody>
                  <a:tcPr>
                    <a:lnL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auto"/>
                      <a:r>
                        <a:rPr lang="en-GB" sz="900" b="0" i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Medical staff meeting, Teams post</a:t>
                      </a:r>
                    </a:p>
                  </a:txBody>
                  <a:tcPr>
                    <a:lnL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auto"/>
                      <a:r>
                        <a:rPr lang="en-GB" sz="900" b="0" i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Monthly</a:t>
                      </a:r>
                    </a:p>
                  </a:txBody>
                  <a:tcPr>
                    <a:lnL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auto"/>
                      <a:r>
                        <a:rPr lang="en-GB" sz="900" b="0" i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Slides, 5-minute slot</a:t>
                      </a:r>
                    </a:p>
                  </a:txBody>
                  <a:tcPr>
                    <a:lnL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auto"/>
                      <a:r>
                        <a:rPr lang="en-GB" sz="900" b="0" i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Board round standard, criteria-led discharge</a:t>
                      </a:r>
                    </a:p>
                  </a:txBody>
                  <a:tcPr>
                    <a:lnL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 fontAlgn="auto"/>
                      <a:r>
                        <a:rPr lang="en-GB" sz="900" b="0" i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Pharmacy team</a:t>
                      </a:r>
                    </a:p>
                  </a:txBody>
                  <a:tcPr>
                    <a:lnL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auto"/>
                      <a:r>
                        <a:rPr lang="en-GB" sz="900" b="0" i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High / High</a:t>
                      </a:r>
                    </a:p>
                  </a:txBody>
                  <a:tcPr>
                    <a:lnL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auto"/>
                      <a:r>
                        <a:rPr lang="en-GB" sz="900" b="0" i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Workload; technician posts</a:t>
                      </a:r>
                    </a:p>
                  </a:txBody>
                  <a:tcPr>
                    <a:lnL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auto"/>
                      <a:r>
                        <a:rPr lang="en-GB" sz="900" b="0" i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Pharmacy team meeting</a:t>
                      </a:r>
                    </a:p>
                  </a:txBody>
                  <a:tcPr>
                    <a:lnL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auto"/>
                      <a:r>
                        <a:rPr lang="en-GB" sz="900" b="0" i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Fortnightly</a:t>
                      </a:r>
                    </a:p>
                  </a:txBody>
                  <a:tcPr>
                    <a:lnL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auto"/>
                      <a:r>
                        <a:rPr lang="en-GB" sz="900" b="0" i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Face to face</a:t>
                      </a:r>
                    </a:p>
                  </a:txBody>
                  <a:tcPr>
                    <a:lnL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auto"/>
                      <a:r>
                        <a:rPr lang="en-GB" sz="900" b="0" i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TTO ready times, rota changes</a:t>
                      </a:r>
                    </a:p>
                  </a:txBody>
                  <a:tcPr>
                    <a:lnL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 fontAlgn="auto"/>
                      <a:r>
                        <a:rPr lang="en-GB" sz="900" b="0" i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Patient transport provider</a:t>
                      </a:r>
                    </a:p>
                  </a:txBody>
                  <a:tcPr>
                    <a:lnL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auto"/>
                      <a:r>
                        <a:rPr lang="en-GB" sz="900" b="0" i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Medium / Low</a:t>
                      </a:r>
                    </a:p>
                  </a:txBody>
                  <a:tcPr>
                    <a:lnL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auto"/>
                      <a:r>
                        <a:rPr lang="en-GB" sz="900" b="0" i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Contract terms; vehicle capacity</a:t>
                      </a:r>
                    </a:p>
                  </a:txBody>
                  <a:tcPr>
                    <a:lnL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auto"/>
                      <a:r>
                        <a:rPr lang="en-GB" sz="900" b="0" i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Contract meeting</a:t>
                      </a:r>
                    </a:p>
                  </a:txBody>
                  <a:tcPr>
                    <a:lnL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auto"/>
                      <a:r>
                        <a:rPr lang="en-GB" sz="900" b="0" i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Monthly</a:t>
                      </a:r>
                    </a:p>
                  </a:txBody>
                  <a:tcPr>
                    <a:lnL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auto"/>
                      <a:r>
                        <a:rPr lang="en-GB" sz="900" b="0" i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Meeting, email</a:t>
                      </a:r>
                    </a:p>
                  </a:txBody>
                  <a:tcPr>
                    <a:lnL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auto"/>
                      <a:r>
                        <a:rPr lang="en-GB" sz="900" b="0" i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Booking times and volumes</a:t>
                      </a:r>
                    </a:p>
                  </a:txBody>
                  <a:tcPr>
                    <a:lnL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 fontAlgn="auto"/>
                      <a:r>
                        <a:rPr lang="en-GB" sz="900" b="0" i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Local authority social work</a:t>
                      </a:r>
                    </a:p>
                  </a:txBody>
                  <a:tcPr>
                    <a:lnL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auto"/>
                      <a:r>
                        <a:rPr lang="en-GB" sz="900" b="0" i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High / Medium</a:t>
                      </a:r>
                    </a:p>
                  </a:txBody>
                  <a:tcPr>
                    <a:lnL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auto"/>
                      <a:r>
                        <a:rPr lang="en-GB" sz="900" b="0" i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Staff time for the daily huddle</a:t>
                      </a:r>
                    </a:p>
                  </a:txBody>
                  <a:tcPr>
                    <a:lnL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auto"/>
                      <a:r>
                        <a:rPr lang="en-GB" sz="900" b="0" i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Transfer of care meeting</a:t>
                      </a:r>
                    </a:p>
                  </a:txBody>
                  <a:tcPr>
                    <a:lnL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auto"/>
                      <a:r>
                        <a:rPr lang="en-GB" sz="900" b="0" i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Twice weekly</a:t>
                      </a:r>
                    </a:p>
                  </a:txBody>
                  <a:tcPr>
                    <a:lnL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auto"/>
                      <a:r>
                        <a:rPr lang="en-GB" sz="900" b="0" i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Teams call</a:t>
                      </a:r>
                    </a:p>
                  </a:txBody>
                  <a:tcPr>
                    <a:lnL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auto"/>
                      <a:r>
                        <a:rPr lang="en-GB" sz="900" b="0" i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Complex discharge list, delays</a:t>
                      </a:r>
                    </a:p>
                  </a:txBody>
                  <a:tcPr>
                    <a:lnL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 fontAlgn="auto"/>
                      <a:r>
                        <a:rPr lang="en-GB" sz="900" b="0" i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Patients and carers</a:t>
                      </a:r>
                    </a:p>
                  </a:txBody>
                  <a:tcPr>
                    <a:lnL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auto"/>
                      <a:r>
                        <a:rPr lang="en-GB" sz="900" b="0" i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Low / High</a:t>
                      </a:r>
                    </a:p>
                  </a:txBody>
                  <a:tcPr>
                    <a:lnL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auto"/>
                      <a:r>
                        <a:rPr lang="en-GB" sz="900" b="0" i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Knowing when they will go home</a:t>
                      </a:r>
                    </a:p>
                  </a:txBody>
                  <a:tcPr>
                    <a:lnL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auto"/>
                      <a:r>
                        <a:rPr lang="en-GB" sz="900" b="0" i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Leaflet, ward posters, patient panel</a:t>
                      </a:r>
                    </a:p>
                  </a:txBody>
                  <a:tcPr>
                    <a:lnL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auto"/>
                      <a:r>
                        <a:rPr lang="en-GB" sz="900" b="0" i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Ongoing; panel quarterly</a:t>
                      </a:r>
                    </a:p>
                  </a:txBody>
                  <a:tcPr>
                    <a:lnL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auto"/>
                      <a:r>
                        <a:rPr lang="en-GB" sz="900" b="0" i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Print, face to face</a:t>
                      </a:r>
                    </a:p>
                  </a:txBody>
                  <a:tcPr>
                    <a:lnL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auto"/>
                      <a:r>
                        <a:rPr lang="en-GB" sz="900" b="0" i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What to expect on the day you go home</a:t>
                      </a:r>
                    </a:p>
                  </a:txBody>
                  <a:tcPr>
                    <a:lnL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 fontAlgn="auto"/>
                      <a:r>
                        <a:rPr lang="en-GB" sz="900" b="0" i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Clinical Group Executive Committee</a:t>
                      </a:r>
                    </a:p>
                  </a:txBody>
                  <a:tcPr>
                    <a:lnL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auto"/>
                      <a:r>
                        <a:rPr lang="en-GB" sz="900" b="0" i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High / Medium</a:t>
                      </a:r>
                    </a:p>
                  </a:txBody>
                  <a:tcPr>
                    <a:lnL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auto"/>
                      <a:r>
                        <a:rPr lang="en-GB" sz="900" b="0" i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Bed pressures; money</a:t>
                      </a:r>
                    </a:p>
                  </a:txBody>
                  <a:tcPr>
                    <a:lnL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auto"/>
                      <a:r>
                        <a:rPr lang="en-GB" sz="900" b="0" i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Leadership report</a:t>
                      </a:r>
                    </a:p>
                  </a:txBody>
                  <a:tcPr>
                    <a:lnL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auto"/>
                      <a:r>
                        <a:rPr lang="en-GB" sz="900" b="0" i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Monthly</a:t>
                      </a:r>
                    </a:p>
                  </a:txBody>
                  <a:tcPr>
                    <a:lnL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auto"/>
                      <a:r>
                        <a:rPr lang="en-GB" sz="900" b="0" i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Report</a:t>
                      </a:r>
                    </a:p>
                  </a:txBody>
                  <a:tcPr>
                    <a:lnL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auto"/>
                      <a:r>
                        <a:rPr lang="en-GB" sz="900" b="0" i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Progress, risks, decisions needed</a:t>
                      </a:r>
                    </a:p>
                  </a:txBody>
                  <a:tcPr>
                    <a:lnL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0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43607" y="284235"/>
            <a:ext cx="8756073" cy="611649"/>
          </a:xfrm>
        </p:spPr>
        <p:txBody>
          <a:bodyPr/>
          <a:lstStyle/>
          <a:p>
            <a:r>
              <a:rPr lang="en-GB" dirty="0">
                <a:solidFill>
                  <a:srgbClr val="002162"/>
                </a:solidFill>
              </a:rPr>
              <a:t>Stakeholder communication planning tool </a:t>
            </a: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-1298717" y="-864404"/>
            <a:ext cx="1771917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0240056"/>
              </p:ext>
            </p:extLst>
          </p:nvPr>
        </p:nvGraphicFramePr>
        <p:xfrm>
          <a:off x="843605" y="1103767"/>
          <a:ext cx="10665068" cy="4595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62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62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62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662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9561">
                <a:tc>
                  <a:txBody>
                    <a:bodyPr/>
                    <a:lstStyle/>
                    <a:p>
                      <a:r>
                        <a:rPr lang="en-GB" sz="1400" i="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Project Name: </a:t>
                      </a:r>
                      <a:r>
                        <a:rPr lang="en-GB" sz="1400" i="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Discharge Flow Programme</a:t>
                      </a:r>
                    </a:p>
                  </a:txBody>
                  <a:tcPr>
                    <a:solidFill>
                      <a:srgbClr val="00216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i="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Start date: </a:t>
                      </a:r>
                      <a:r>
                        <a:rPr lang="en-GB" sz="1400" i="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 January 2026</a:t>
                      </a:r>
                    </a:p>
                  </a:txBody>
                  <a:tcPr>
                    <a:solidFill>
                      <a:srgbClr val="00216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i="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Completion date: </a:t>
                      </a:r>
                      <a:r>
                        <a:rPr lang="en-GB" sz="1400" i="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 September 2026</a:t>
                      </a:r>
                    </a:p>
                  </a:txBody>
                  <a:tcPr>
                    <a:solidFill>
                      <a:srgbClr val="00216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i="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Project manager: </a:t>
                      </a:r>
                      <a:r>
                        <a:rPr lang="en-GB" sz="1400" i="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James Holloway</a:t>
                      </a:r>
                    </a:p>
                  </a:txBody>
                  <a:tcPr>
                    <a:solidFill>
                      <a:srgbClr val="0021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55CB785-5540-A5D3-E150-9B98D5AFEEF4}"/>
              </a:ext>
            </a:extLst>
          </p:cNvPr>
          <p:cNvSpPr txBox="1"/>
          <p:nvPr/>
        </p:nvSpPr>
        <p:spPr>
          <a:xfrm>
            <a:off x="261643" y="71695"/>
            <a:ext cx="966931" cy="215444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GB" sz="800" i="1" dirty="0">
                <a:latin typeface="Arial"/>
                <a:cs typeface="Arial"/>
              </a:rPr>
              <a:t>V1 October 2022</a:t>
            </a:r>
            <a:endParaRPr lang="en-US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0932610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4_Office Theme">
  <a:themeElements>
    <a:clrScheme name="NHS Improvement">
      <a:dk1>
        <a:srgbClr val="000000"/>
      </a:dk1>
      <a:lt1>
        <a:srgbClr val="FFFFFF"/>
      </a:lt1>
      <a:dk2>
        <a:srgbClr val="003087"/>
      </a:dk2>
      <a:lt2>
        <a:srgbClr val="005EB8"/>
      </a:lt2>
      <a:accent1>
        <a:srgbClr val="005EB8"/>
      </a:accent1>
      <a:accent2>
        <a:srgbClr val="41B6E6"/>
      </a:accent2>
      <a:accent3>
        <a:srgbClr val="768692"/>
      </a:accent3>
      <a:accent4>
        <a:srgbClr val="00A499"/>
      </a:accent4>
      <a:accent5>
        <a:srgbClr val="006747"/>
      </a:accent5>
      <a:accent6>
        <a:srgbClr val="00A9CE"/>
      </a:accent6>
      <a:hlink>
        <a:srgbClr val="0072CE"/>
      </a:hlink>
      <a:folHlink>
        <a:srgbClr val="41B6E6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_I_Stakeholder Map &amp; High Level Comms Plan_2022v1" id="{2269F1E2-D0A0-4C59-841F-9D09657AC722}" vid="{421C9205-333F-4CB1-898C-30BB05193F66}"/>
    </a:ext>
  </a:extLst>
</a:theme>
</file>

<file path=ppt/theme/theme2.xml><?xml version="1.0" encoding="utf-8"?>
<a:theme xmlns:a="http://schemas.openxmlformats.org/drawingml/2006/main" name="9_KHP PPT Template">
  <a:themeElements>
    <a:clrScheme name="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FFFFFF"/>
      </a:accent3>
      <a:accent4>
        <a:srgbClr val="000000"/>
      </a:accent4>
      <a:accent5>
        <a:srgbClr val="EBEBEB"/>
      </a:accent5>
      <a:accent6>
        <a:srgbClr val="A1A1A1"/>
      </a:accent6>
      <a:hlink>
        <a:srgbClr val="5F5F5F"/>
      </a:hlink>
      <a:folHlink>
        <a:srgbClr val="919191"/>
      </a:folHlink>
    </a:clrScheme>
    <a:fontScheme name="9_KHP PPT Template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9_KHP PPT Template 1">
        <a:dk1>
          <a:srgbClr val="414141"/>
        </a:dk1>
        <a:lt1>
          <a:srgbClr val="FFFFFF"/>
        </a:lt1>
        <a:dk2>
          <a:srgbClr val="808285"/>
        </a:dk2>
        <a:lt2>
          <a:srgbClr val="E7E8E9"/>
        </a:lt2>
        <a:accent1>
          <a:srgbClr val="D81E05"/>
        </a:accent1>
        <a:accent2>
          <a:srgbClr val="E46250"/>
        </a:accent2>
        <a:accent3>
          <a:srgbClr val="FFFFFF"/>
        </a:accent3>
        <a:accent4>
          <a:srgbClr val="363636"/>
        </a:accent4>
        <a:accent5>
          <a:srgbClr val="E9ABAA"/>
        </a:accent5>
        <a:accent6>
          <a:srgbClr val="CF5848"/>
        </a:accent6>
        <a:hlink>
          <a:srgbClr val="EB8E82"/>
        </a:hlink>
        <a:folHlink>
          <a:srgbClr val="F7D2C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lan_I_Stakeholder Map &amp; High Level Comms Plan_2022v1" id="{2269F1E2-D0A0-4C59-841F-9D09657AC722}" vid="{765DA75A-66A5-41EA-8B2D-411B5A2C6522}"/>
    </a:ext>
  </a:extLst>
</a:theme>
</file>

<file path=ppt/theme/theme3.xml><?xml version="1.0" encoding="utf-8"?>
<a:theme xmlns:a="http://schemas.openxmlformats.org/drawingml/2006/main" name="2_Maria NHSE">
  <a:themeElements>
    <a:clrScheme name="Custom 1">
      <a:dk1>
        <a:srgbClr val="000000"/>
      </a:dk1>
      <a:lt1>
        <a:sysClr val="window" lastClr="FFFFFF"/>
      </a:lt1>
      <a:dk2>
        <a:srgbClr val="005EB8"/>
      </a:dk2>
      <a:lt2>
        <a:srgbClr val="E7E6E6"/>
      </a:lt2>
      <a:accent1>
        <a:srgbClr val="00A5E0"/>
      </a:accent1>
      <a:accent2>
        <a:srgbClr val="00A499"/>
      </a:accent2>
      <a:accent3>
        <a:srgbClr val="8DB82F"/>
      </a:accent3>
      <a:accent4>
        <a:srgbClr val="F93476"/>
      </a:accent4>
      <a:accent5>
        <a:srgbClr val="002161"/>
      </a:accent5>
      <a:accent6>
        <a:srgbClr val="7F3F98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  <a:noAutofit/>
      </a:bodyPr>
      <a:lstStyle>
        <a:defPPr marL="0" marR="0" indent="0" algn="ctr" defTabSz="889000" rtl="0" eaLnBrk="1" fontAlgn="base" latinLnBrk="0" hangingPunct="1">
          <a:defRPr kumimoji="0" sz="1400" b="0" i="0" u="none" strike="noStrike" cap="none" normalizeH="0" baseline="0" dirty="0" err="1" smtClean="0">
            <a:solidFill>
              <a:schemeClr val="tx1"/>
            </a:solidFill>
            <a:effectLst/>
            <a:latin typeface="+mn-lt"/>
            <a:cs typeface="+mn-cs"/>
          </a:defRPr>
        </a:defPPr>
      </a:lstStyle>
    </a:spDef>
    <a:lnDef>
      <a:spPr bwMode="auto"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>
        <a:noFill/>
      </a:spPr>
      <a:bodyPr wrap="square" rtlCol="0">
        <a:noAutofit/>
      </a:bodyPr>
      <a:lstStyle>
        <a:defPPr>
          <a:defRPr dirty="0" err="1" smtClean="0">
            <a:latin typeface="+mn-lt"/>
          </a:defRPr>
        </a:defPPr>
      </a:lstStyle>
    </a:txDef>
  </a:objectDefaults>
  <a:extraClrSchemeLst>
    <a:extraClrScheme>
      <a:clrScheme name="Letter Blank 1">
        <a:dk1>
          <a:srgbClr val="000000"/>
        </a:dk1>
        <a:lt1>
          <a:srgbClr val="FFFFFF"/>
        </a:lt1>
        <a:dk2>
          <a:srgbClr val="177B57"/>
        </a:dk2>
        <a:lt2>
          <a:srgbClr val="808080"/>
        </a:lt2>
        <a:accent1>
          <a:srgbClr val="E2E2E2"/>
        </a:accent1>
        <a:accent2>
          <a:srgbClr val="BCDEC2"/>
        </a:accent2>
        <a:accent3>
          <a:srgbClr val="FFFFFF"/>
        </a:accent3>
        <a:accent4>
          <a:srgbClr val="000000"/>
        </a:accent4>
        <a:accent5>
          <a:srgbClr val="EEEEEE"/>
        </a:accent5>
        <a:accent6>
          <a:srgbClr val="AAC9B0"/>
        </a:accent6>
        <a:hlink>
          <a:srgbClr val="5BAD82"/>
        </a:hlink>
        <a:folHlink>
          <a:srgbClr val="8EC6A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tter Blank 2">
        <a:dk1>
          <a:srgbClr val="000000"/>
        </a:dk1>
        <a:lt1>
          <a:srgbClr val="FFFFFF"/>
        </a:lt1>
        <a:dk2>
          <a:srgbClr val="177B57"/>
        </a:dk2>
        <a:lt2>
          <a:srgbClr val="000000"/>
        </a:lt2>
        <a:accent1>
          <a:srgbClr val="E2E2E2"/>
        </a:accent1>
        <a:accent2>
          <a:srgbClr val="BCDEC2"/>
        </a:accent2>
        <a:accent3>
          <a:srgbClr val="FFFFFF"/>
        </a:accent3>
        <a:accent4>
          <a:srgbClr val="000000"/>
        </a:accent4>
        <a:accent5>
          <a:srgbClr val="EEEEEE"/>
        </a:accent5>
        <a:accent6>
          <a:srgbClr val="AAC9B0"/>
        </a:accent6>
        <a:hlink>
          <a:srgbClr val="5BAD82"/>
        </a:hlink>
        <a:folHlink>
          <a:srgbClr val="8EC6A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tter Blank 3">
        <a:dk1>
          <a:srgbClr val="000000"/>
        </a:dk1>
        <a:lt1>
          <a:srgbClr val="FFFFFF"/>
        </a:lt1>
        <a:dk2>
          <a:srgbClr val="345782"/>
        </a:dk2>
        <a:lt2>
          <a:srgbClr val="808080"/>
        </a:lt2>
        <a:accent1>
          <a:srgbClr val="E2E2E2"/>
        </a:accent1>
        <a:accent2>
          <a:srgbClr val="C5DCDF"/>
        </a:accent2>
        <a:accent3>
          <a:srgbClr val="FFFFFF"/>
        </a:accent3>
        <a:accent4>
          <a:srgbClr val="000000"/>
        </a:accent4>
        <a:accent5>
          <a:srgbClr val="EEEEEE"/>
        </a:accent5>
        <a:accent6>
          <a:srgbClr val="B2C7CA"/>
        </a:accent6>
        <a:hlink>
          <a:srgbClr val="5D8BA7"/>
        </a:hlink>
        <a:folHlink>
          <a:srgbClr val="9CBDC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lan_I_Stakeholder Map &amp; High Level Comms Plan_2022v1" id="{2269F1E2-D0A0-4C59-841F-9D09657AC722}" vid="{CD6419C7-B7B9-4BE9-936D-9C8B1484298E}"/>
    </a:ext>
  </a:extLst>
</a:theme>
</file>

<file path=ppt/theme/theme4.xml><?xml version="1.0" encoding="utf-8"?>
<a:theme xmlns:a="http://schemas.openxmlformats.org/drawingml/2006/main" name="3_Maria NHSE">
  <a:themeElements>
    <a:clrScheme name="Custom 1">
      <a:dk1>
        <a:srgbClr val="000000"/>
      </a:dk1>
      <a:lt1>
        <a:sysClr val="window" lastClr="FFFFFF"/>
      </a:lt1>
      <a:dk2>
        <a:srgbClr val="005EB8"/>
      </a:dk2>
      <a:lt2>
        <a:srgbClr val="E7E6E6"/>
      </a:lt2>
      <a:accent1>
        <a:srgbClr val="00A5E0"/>
      </a:accent1>
      <a:accent2>
        <a:srgbClr val="00A499"/>
      </a:accent2>
      <a:accent3>
        <a:srgbClr val="8DB82F"/>
      </a:accent3>
      <a:accent4>
        <a:srgbClr val="F93476"/>
      </a:accent4>
      <a:accent5>
        <a:srgbClr val="002161"/>
      </a:accent5>
      <a:accent6>
        <a:srgbClr val="7F3F98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  <a:noAutofit/>
      </a:bodyPr>
      <a:lstStyle>
        <a:defPPr marL="0" marR="0" indent="0" algn="ctr" defTabSz="889000" rtl="0" eaLnBrk="1" fontAlgn="base" latinLnBrk="0" hangingPunct="1">
          <a:defRPr kumimoji="0" sz="1400" b="0" i="0" u="none" strike="noStrike" cap="none" normalizeH="0" baseline="0" dirty="0" err="1" smtClean="0">
            <a:solidFill>
              <a:schemeClr val="tx1"/>
            </a:solidFill>
            <a:effectLst/>
            <a:latin typeface="+mn-lt"/>
            <a:cs typeface="+mn-cs"/>
          </a:defRPr>
        </a:defPPr>
      </a:lstStyle>
    </a:spDef>
    <a:lnDef>
      <a:spPr bwMode="auto"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>
        <a:noFill/>
      </a:spPr>
      <a:bodyPr wrap="square" rtlCol="0">
        <a:noAutofit/>
      </a:bodyPr>
      <a:lstStyle>
        <a:defPPr>
          <a:defRPr dirty="0" err="1" smtClean="0">
            <a:latin typeface="+mn-lt"/>
          </a:defRPr>
        </a:defPPr>
      </a:lstStyle>
    </a:txDef>
  </a:objectDefaults>
  <a:extraClrSchemeLst>
    <a:extraClrScheme>
      <a:clrScheme name="Letter Blank 1">
        <a:dk1>
          <a:srgbClr val="000000"/>
        </a:dk1>
        <a:lt1>
          <a:srgbClr val="FFFFFF"/>
        </a:lt1>
        <a:dk2>
          <a:srgbClr val="177B57"/>
        </a:dk2>
        <a:lt2>
          <a:srgbClr val="808080"/>
        </a:lt2>
        <a:accent1>
          <a:srgbClr val="E2E2E2"/>
        </a:accent1>
        <a:accent2>
          <a:srgbClr val="BCDEC2"/>
        </a:accent2>
        <a:accent3>
          <a:srgbClr val="FFFFFF"/>
        </a:accent3>
        <a:accent4>
          <a:srgbClr val="000000"/>
        </a:accent4>
        <a:accent5>
          <a:srgbClr val="EEEEEE"/>
        </a:accent5>
        <a:accent6>
          <a:srgbClr val="AAC9B0"/>
        </a:accent6>
        <a:hlink>
          <a:srgbClr val="5BAD82"/>
        </a:hlink>
        <a:folHlink>
          <a:srgbClr val="8EC6A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tter Blank 2">
        <a:dk1>
          <a:srgbClr val="000000"/>
        </a:dk1>
        <a:lt1>
          <a:srgbClr val="FFFFFF"/>
        </a:lt1>
        <a:dk2>
          <a:srgbClr val="177B57"/>
        </a:dk2>
        <a:lt2>
          <a:srgbClr val="000000"/>
        </a:lt2>
        <a:accent1>
          <a:srgbClr val="E2E2E2"/>
        </a:accent1>
        <a:accent2>
          <a:srgbClr val="BCDEC2"/>
        </a:accent2>
        <a:accent3>
          <a:srgbClr val="FFFFFF"/>
        </a:accent3>
        <a:accent4>
          <a:srgbClr val="000000"/>
        </a:accent4>
        <a:accent5>
          <a:srgbClr val="EEEEEE"/>
        </a:accent5>
        <a:accent6>
          <a:srgbClr val="AAC9B0"/>
        </a:accent6>
        <a:hlink>
          <a:srgbClr val="5BAD82"/>
        </a:hlink>
        <a:folHlink>
          <a:srgbClr val="8EC6A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tter Blank 3">
        <a:dk1>
          <a:srgbClr val="000000"/>
        </a:dk1>
        <a:lt1>
          <a:srgbClr val="FFFFFF"/>
        </a:lt1>
        <a:dk2>
          <a:srgbClr val="345782"/>
        </a:dk2>
        <a:lt2>
          <a:srgbClr val="808080"/>
        </a:lt2>
        <a:accent1>
          <a:srgbClr val="E2E2E2"/>
        </a:accent1>
        <a:accent2>
          <a:srgbClr val="C5DCDF"/>
        </a:accent2>
        <a:accent3>
          <a:srgbClr val="FFFFFF"/>
        </a:accent3>
        <a:accent4>
          <a:srgbClr val="000000"/>
        </a:accent4>
        <a:accent5>
          <a:srgbClr val="EEEEEE"/>
        </a:accent5>
        <a:accent6>
          <a:srgbClr val="B2C7CA"/>
        </a:accent6>
        <a:hlink>
          <a:srgbClr val="5D8BA7"/>
        </a:hlink>
        <a:folHlink>
          <a:srgbClr val="9CBDC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lan_I_Stakeholder Map &amp; High Level Comms Plan_2022v1" id="{2269F1E2-D0A0-4C59-841F-9D09657AC722}" vid="{A65983C9-E137-45D1-BC67-62CAE28F57F7}"/>
    </a:ext>
  </a:extLst>
</a:theme>
</file>

<file path=ppt/theme/theme5.xml><?xml version="1.0" encoding="utf-8"?>
<a:theme xmlns:a="http://schemas.openxmlformats.org/drawingml/2006/main" name="CRIIS Official w/ Showing we care">
  <a:themeElements>
    <a:clrScheme name="CRIIS COLOURS">
      <a:dk1>
        <a:srgbClr val="000000"/>
      </a:dk1>
      <a:lt1>
        <a:srgbClr val="FFFFFF"/>
      </a:lt1>
      <a:dk2>
        <a:srgbClr val="2D2E69"/>
      </a:dk2>
      <a:lt2>
        <a:srgbClr val="E7E6E6"/>
      </a:lt2>
      <a:accent1>
        <a:srgbClr val="006BB3"/>
      </a:accent1>
      <a:accent2>
        <a:srgbClr val="FECC02"/>
      </a:accent2>
      <a:accent3>
        <a:srgbClr val="A5A5A5"/>
      </a:accent3>
      <a:accent4>
        <a:srgbClr val="009E97"/>
      </a:accent4>
      <a:accent5>
        <a:srgbClr val="008449"/>
      </a:accent5>
      <a:accent6>
        <a:srgbClr val="2D2E69"/>
      </a:accent6>
      <a:hlink>
        <a:srgbClr val="006BB3"/>
      </a:hlink>
      <a:folHlink>
        <a:srgbClr val="009E97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_I_Stakeholder Map &amp; High Level Comms Plan_2022v1" id="{2269F1E2-D0A0-4C59-841F-9D09657AC722}" vid="{C98B8FDE-3030-4364-8DCD-0DD8D1D117B2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1722475DE344940A41BC623561EC2B3" ma:contentTypeVersion="14" ma:contentTypeDescription="Create a new document." ma:contentTypeScope="" ma:versionID="601d944460f57618d4a961da28ce0e5b">
  <xsd:schema xmlns:xsd="http://www.w3.org/2001/XMLSchema" xmlns:xs="http://www.w3.org/2001/XMLSchema" xmlns:p="http://schemas.microsoft.com/office/2006/metadata/properties" xmlns:ns2="21697468-ab00-4187-b43e-690b347ce3ba" xmlns:ns3="02140767-ea33-4c7b-b767-f24c208d32ac" targetNamespace="http://schemas.microsoft.com/office/2006/metadata/properties" ma:root="true" ma:fieldsID="0eb22f851c0d830c12c1891fe34c39f9" ns2:_="" ns3:_="">
    <xsd:import namespace="21697468-ab00-4187-b43e-690b347ce3ba"/>
    <xsd:import namespace="02140767-ea33-4c7b-b767-f24c208d32a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697468-ab00-4187-b43e-690b347ce3b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c1fcb103-9447-460e-9e5b-d14289a5406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140767-ea33-4c7b-b767-f24c208d32ac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efda0a4c-d307-4da8-848d-a261a7855403}" ma:internalName="TaxCatchAll" ma:showField="CatchAllData" ma:web="02140767-ea33-4c7b-b767-f24c208d32a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2140767-ea33-4c7b-b767-f24c208d32ac" xsi:nil="true"/>
    <lcf76f155ced4ddcb4097134ff3c332f xmlns="21697468-ab00-4187-b43e-690b347ce3ba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AFAF78E9-C777-42E5-A99E-6A82EA845DC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1697468-ab00-4187-b43e-690b347ce3ba"/>
    <ds:schemaRef ds:uri="02140767-ea33-4c7b-b767-f24c208d32a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66BC210-F631-414A-81E5-64AACD275B6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A09AD09-CAFE-4CA2-8955-5816F2DBFACC}">
  <ds:schemaRefs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21697468-ab00-4187-b43e-690b347ce3ba"/>
    <ds:schemaRef ds:uri="http://schemas.microsoft.com/office/2006/metadata/properties"/>
    <ds:schemaRef ds:uri="http://purl.org/dc/terms/"/>
    <ds:schemaRef ds:uri="http://schemas.microsoft.com/office/infopath/2007/PartnerControls"/>
    <ds:schemaRef ds:uri="02140767-ea33-4c7b-b767-f24c208d32ac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1222</TotalTime>
  <Words>224</Words>
  <Application>Microsoft Office PowerPoint</Application>
  <PresentationFormat>Widescreen</PresentationFormat>
  <Paragraphs>77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5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7" baseType="lpstr">
      <vt:lpstr>ＭＳ Ｐゴシック</vt:lpstr>
      <vt:lpstr>12 Frutiger* 55 Roman   05103</vt:lpstr>
      <vt:lpstr>12 Frutiger* 65 Bold   07103</vt:lpstr>
      <vt:lpstr>Arial</vt:lpstr>
      <vt:lpstr>Calibri</vt:lpstr>
      <vt:lpstr>Courier New</vt:lpstr>
      <vt:lpstr>LucidaGrande</vt:lpstr>
      <vt:lpstr>Times New Roman</vt:lpstr>
      <vt:lpstr>Trebuchet MS</vt:lpstr>
      <vt:lpstr>4_Office Theme</vt:lpstr>
      <vt:lpstr>9_KHP PPT Template</vt:lpstr>
      <vt:lpstr>2_Maria NHSE</vt:lpstr>
      <vt:lpstr>3_Maria NHSE</vt:lpstr>
      <vt:lpstr>CRIIS Official w/ Showing we care</vt:lpstr>
      <vt:lpstr>think-cell Slide</vt:lpstr>
      <vt:lpstr>Stakeholder Map/Mapping Tool</vt:lpstr>
      <vt:lpstr>Stakeholder communication planning tool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Louise Dark</dc:creator>
  <cp:lastModifiedBy>Beale Georgina</cp:lastModifiedBy>
  <cp:revision>39</cp:revision>
  <cp:lastPrinted>2022-07-11T09:25:08Z</cp:lastPrinted>
  <dcterms:created xsi:type="dcterms:W3CDTF">2021-11-09T20:57:46Z</dcterms:created>
  <dcterms:modified xsi:type="dcterms:W3CDTF">2022-11-01T13:58:22Z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0x01010091722475DE344940A41BC623561EC2B3</vt:lpwstr>
  </property>
  <property fmtid="{D5CDD505-2E9C-101B-9397-08002B2CF9AE}" pid="3" name="WinDIP File ID">
    <vt:lpwstr>5b78013e-96ad-4856-bd40-dceefadcae9d</vt:lpwstr>
  </property>
  <property fmtid="{D5CDD505-2E9C-101B-9397-08002B2CF9AE}" pid="4" name="MediaServiceImageTags">
    <vt:lpwstr/>
  </property>
</Properties>
</file>