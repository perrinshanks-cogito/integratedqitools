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media/image10.svg" ContentType="image/svg+xml"/>
  <Override PartName="/ppt/media/image17.svg" ContentType="image/svg+xml"/>
  <Override PartName="/ppt/media/image19.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9"/>
  </p:notesMasterIdLst>
  <p:sldIdLst>
    <p:sldId id="256" r:id="rId5"/>
    <p:sldId id="301" r:id="rId6"/>
    <p:sldId id="2147374405" r:id="rId7"/>
    <p:sldId id="214737440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9E42A5E-43A5-BD96-1108-DAA013246555}" name="Parmar, Rebecca" initials="PR" userId="S::rnparmar@deloitte.co.uk::ba7cbf65-e9fa-4ae1-87fa-bb59fb25d05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004070"/>
    <a:srgbClr val="006B81"/>
    <a:srgbClr val="8FAADC"/>
    <a:srgbClr val="00216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8" autoAdjust="0"/>
    <p:restoredTop sz="94660"/>
  </p:normalViewPr>
  <p:slideViewPr>
    <p:cSldViewPr snapToGrid="0">
      <p:cViewPr varScale="1">
        <p:scale>
          <a:sx n="114" d="100"/>
          <a:sy n="114" d="100"/>
        </p:scale>
        <p:origin x="468"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5"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47C6E5-81A1-40E7-AE5E-77685679F3B8}" type="datetimeFigureOut">
              <a:rPr lang="en-GB" smtClean="0"/>
              <a:t>01/11/2022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E272BC-0973-43DB-8349-102EB2A71B1E}" type="slidenum">
              <a:rPr lang="en-GB" smtClean="0"/>
              <a:t>‹#›</a:t>
            </a:fld>
            <a:endParaRPr lang="en-GB"/>
          </a:p>
        </p:txBody>
      </p:sp>
    </p:spTree>
    <p:extLst>
      <p:ext uri="{BB962C8B-B14F-4D97-AF65-F5344CB8AC3E}">
        <p14:creationId xmlns:p14="http://schemas.microsoft.com/office/powerpoint/2010/main" val="1569567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9.png"/><Relationship Id="rId8" Type="http://schemas.openxmlformats.org/officeDocument/2006/relationships/image" Target="../media/image10.svg"/><Relationship Id="rId9" Type="http://schemas.openxmlformats.org/officeDocument/2006/relationships/image" Target="../media/image1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0.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image" Target="../media/image21.png"/><Relationship Id="rId5" Type="http://schemas.openxmlformats.org/officeDocument/2006/relationships/image" Target="../media/image2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image" Target="../media/image25.png"/><Relationship Id="rId5" Type="http://schemas.openxmlformats.org/officeDocument/2006/relationships/image" Target="../media/image26.svg"/><Relationship Id="rId6"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E076F4-B6A4-467F-B402-27349E067C5C}"/>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7FC7FB46-99E4-4F24-B219-8038822064FB}"/>
              </a:ext>
            </a:extLst>
          </p:cNvPr>
          <p:cNvSpPr/>
          <p:nvPr userDrawn="1"/>
        </p:nvSpPr>
        <p:spPr>
          <a:xfrm>
            <a:off x="1884217" y="0"/>
            <a:ext cx="8423565" cy="602672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49A8EB3D-0622-4772-9F50-1D678A307045}"/>
              </a:ext>
            </a:extLst>
          </p:cNvPr>
          <p:cNvSpPr/>
          <p:nvPr userDrawn="1"/>
        </p:nvSpPr>
        <p:spPr>
          <a:xfrm>
            <a:off x="-1" y="0"/>
            <a:ext cx="12192001"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descr="Text&#10;&#10;Description automatically generated">
            <a:extLst>
              <a:ext uri="{FF2B5EF4-FFF2-40B4-BE49-F238E27FC236}">
                <a16:creationId xmlns:a16="http://schemas.microsoft.com/office/drawing/2014/main" id="{FECAE955-0890-4F89-9591-B3397372FA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0" y="1288610"/>
            <a:ext cx="6810058" cy="1724753"/>
          </a:xfrm>
          <a:prstGeom prst="rect">
            <a:avLst/>
          </a:prstGeom>
        </p:spPr>
      </p:pic>
      <p:grpSp>
        <p:nvGrpSpPr>
          <p:cNvPr id="8" name="Group 7">
            <a:extLst>
              <a:ext uri="{FF2B5EF4-FFF2-40B4-BE49-F238E27FC236}">
                <a16:creationId xmlns:a16="http://schemas.microsoft.com/office/drawing/2014/main" id="{EEE0EB2B-E033-4C89-BD77-0A528F1E6EB5}"/>
              </a:ext>
            </a:extLst>
          </p:cNvPr>
          <p:cNvGrpSpPr/>
          <p:nvPr userDrawn="1"/>
        </p:nvGrpSpPr>
        <p:grpSpPr>
          <a:xfrm>
            <a:off x="447582" y="3857630"/>
            <a:ext cx="11296836" cy="1869314"/>
            <a:chOff x="341830" y="4099882"/>
            <a:chExt cx="11296836" cy="1869314"/>
          </a:xfrm>
        </p:grpSpPr>
        <p:pic>
          <p:nvPicPr>
            <p:cNvPr id="9" name="Graphic 8">
              <a:extLst>
                <a:ext uri="{FF2B5EF4-FFF2-40B4-BE49-F238E27FC236}">
                  <a16:creationId xmlns:a16="http://schemas.microsoft.com/office/drawing/2014/main" id="{9098CA9B-7E0E-4BC1-AEC9-D96BF2C7371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522" y="4285443"/>
              <a:ext cx="11151670" cy="1683753"/>
            </a:xfrm>
            <a:prstGeom prst="rect">
              <a:avLst/>
            </a:prstGeom>
          </p:spPr>
        </p:pic>
        <p:pic>
          <p:nvPicPr>
            <p:cNvPr id="12" name="Graphic 11">
              <a:extLst>
                <a:ext uri="{FF2B5EF4-FFF2-40B4-BE49-F238E27FC236}">
                  <a16:creationId xmlns:a16="http://schemas.microsoft.com/office/drawing/2014/main" id="{0E1FB83E-E429-4121-8442-7432A1C4B64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8133" y="4275917"/>
              <a:ext cx="367790" cy="352070"/>
            </a:xfrm>
            <a:prstGeom prst="rect">
              <a:avLst/>
            </a:prstGeom>
          </p:spPr>
        </p:pic>
        <p:pic>
          <p:nvPicPr>
            <p:cNvPr id="13" name="Graphic 12">
              <a:extLst>
                <a:ext uri="{FF2B5EF4-FFF2-40B4-BE49-F238E27FC236}">
                  <a16:creationId xmlns:a16="http://schemas.microsoft.com/office/drawing/2014/main" id="{1009EB6A-EF9A-42CF-9A22-346A12D52D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126" y="4727910"/>
              <a:ext cx="366446" cy="352070"/>
            </a:xfrm>
            <a:prstGeom prst="rect">
              <a:avLst/>
            </a:prstGeom>
          </p:spPr>
        </p:pic>
        <p:pic>
          <p:nvPicPr>
            <p:cNvPr id="14" name="Graphic 13">
              <a:extLst>
                <a:ext uri="{FF2B5EF4-FFF2-40B4-BE49-F238E27FC236}">
                  <a16:creationId xmlns:a16="http://schemas.microsoft.com/office/drawing/2014/main" id="{990A1770-202D-46BC-946D-36FF5B1C61A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9294" y="4669281"/>
              <a:ext cx="366447" cy="352070"/>
            </a:xfrm>
            <a:prstGeom prst="rect">
              <a:avLst/>
            </a:prstGeom>
          </p:spPr>
        </p:pic>
        <p:pic>
          <p:nvPicPr>
            <p:cNvPr id="15" name="Graphic 14">
              <a:extLst>
                <a:ext uri="{FF2B5EF4-FFF2-40B4-BE49-F238E27FC236}">
                  <a16:creationId xmlns:a16="http://schemas.microsoft.com/office/drawing/2014/main" id="{383C2732-BF6E-4F83-8EE3-776E9AF569E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4502" y="4099882"/>
              <a:ext cx="375731" cy="352070"/>
            </a:xfrm>
            <a:prstGeom prst="rect">
              <a:avLst/>
            </a:prstGeom>
          </p:spPr>
        </p:pic>
        <p:pic>
          <p:nvPicPr>
            <p:cNvPr id="16" name="Graphic 15">
              <a:extLst>
                <a:ext uri="{FF2B5EF4-FFF2-40B4-BE49-F238E27FC236}">
                  <a16:creationId xmlns:a16="http://schemas.microsoft.com/office/drawing/2014/main" id="{7C785C38-1EB9-4ADB-BF91-41EFB8C2164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7531" y="4194377"/>
              <a:ext cx="517341" cy="488180"/>
            </a:xfrm>
            <a:prstGeom prst="rect">
              <a:avLst/>
            </a:prstGeom>
          </p:spPr>
        </p:pic>
        <p:pic>
          <p:nvPicPr>
            <p:cNvPr id="17" name="Graphic 16">
              <a:extLst>
                <a:ext uri="{FF2B5EF4-FFF2-40B4-BE49-F238E27FC236}">
                  <a16:creationId xmlns:a16="http://schemas.microsoft.com/office/drawing/2014/main" id="{91C7EAEF-0FB1-4AAD-BDA3-BFE1054C3AB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30" y="4182790"/>
              <a:ext cx="517341" cy="486491"/>
            </a:xfrm>
            <a:prstGeom prst="rect">
              <a:avLst/>
            </a:prstGeom>
          </p:spPr>
        </p:pic>
        <p:pic>
          <p:nvPicPr>
            <p:cNvPr id="18" name="Graphic 17">
              <a:extLst>
                <a:ext uri="{FF2B5EF4-FFF2-40B4-BE49-F238E27FC236}">
                  <a16:creationId xmlns:a16="http://schemas.microsoft.com/office/drawing/2014/main" id="{100C167A-9F27-408D-82D2-27C542A3A79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5057" y="4741607"/>
              <a:ext cx="366446" cy="324677"/>
            </a:xfrm>
            <a:prstGeom prst="rect">
              <a:avLst/>
            </a:prstGeom>
          </p:spPr>
        </p:pic>
        <p:pic>
          <p:nvPicPr>
            <p:cNvPr id="19" name="Graphic 18">
              <a:extLst>
                <a:ext uri="{FF2B5EF4-FFF2-40B4-BE49-F238E27FC236}">
                  <a16:creationId xmlns:a16="http://schemas.microsoft.com/office/drawing/2014/main" id="{47115CBB-59FB-461F-A7F9-232A90DC881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1325" y="4117681"/>
              <a:ext cx="517341" cy="486491"/>
            </a:xfrm>
            <a:prstGeom prst="rect">
              <a:avLst/>
            </a:prstGeom>
          </p:spPr>
        </p:pic>
      </p:grpSp>
      <p:pic>
        <p:nvPicPr>
          <p:cNvPr id="20" name="Picture 19" descr="Text&#10;&#10;Description automatically generated with medium confidence">
            <a:extLst>
              <a:ext uri="{FF2B5EF4-FFF2-40B4-BE49-F238E27FC236}">
                <a16:creationId xmlns:a16="http://schemas.microsoft.com/office/drawing/2014/main" id="{660C501F-89D1-47B4-915D-97C1286AD8B2}"/>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8550240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_Blu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9A8EB3D-0622-4772-9F50-1D678A307045}"/>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Picture 7" descr="Text&#10;&#10;Description automatically generated">
            <a:extLst>
              <a:ext uri="{FF2B5EF4-FFF2-40B4-BE49-F238E27FC236}">
                <a16:creationId xmlns:a16="http://schemas.microsoft.com/office/drawing/2014/main" id="{4820DC29-1777-4E91-B342-6A14180C28F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690971" y="1286467"/>
            <a:ext cx="6810058" cy="1724753"/>
          </a:xfrm>
          <a:prstGeom prst="rect">
            <a:avLst/>
          </a:prstGeom>
        </p:spPr>
      </p:pic>
      <p:cxnSp>
        <p:nvCxnSpPr>
          <p:cNvPr id="15" name="Straight Connector 14">
            <a:extLst>
              <a:ext uri="{FF2B5EF4-FFF2-40B4-BE49-F238E27FC236}">
                <a16:creationId xmlns:a16="http://schemas.microsoft.com/office/drawing/2014/main" id="{0A8B1C81-D648-49A1-BF30-39316DCF6A7D}"/>
              </a:ext>
            </a:extLst>
          </p:cNvPr>
          <p:cNvCxnSpPr>
            <a:cxnSpLocks/>
          </p:cNvCxnSpPr>
          <p:nvPr userDrawn="1"/>
        </p:nvCxnSpPr>
        <p:spPr>
          <a:xfrm>
            <a:off x="0" y="5984370"/>
            <a:ext cx="12192000" cy="0"/>
          </a:xfrm>
          <a:prstGeom prst="line">
            <a:avLst/>
          </a:prstGeom>
          <a:ln w="12700">
            <a:solidFill>
              <a:srgbClr val="012467"/>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99662C3D-1E16-4E85-A1BE-3418AC1699D6}"/>
              </a:ext>
            </a:extLst>
          </p:cNvPr>
          <p:cNvGrpSpPr/>
          <p:nvPr userDrawn="1"/>
        </p:nvGrpSpPr>
        <p:grpSpPr>
          <a:xfrm>
            <a:off x="447582" y="3857630"/>
            <a:ext cx="11296836" cy="1869314"/>
            <a:chOff x="341830" y="4099882"/>
            <a:chExt cx="11296836" cy="1869314"/>
          </a:xfrm>
        </p:grpSpPr>
        <p:pic>
          <p:nvPicPr>
            <p:cNvPr id="11" name="Graphic 10">
              <a:extLst>
                <a:ext uri="{FF2B5EF4-FFF2-40B4-BE49-F238E27FC236}">
                  <a16:creationId xmlns:a16="http://schemas.microsoft.com/office/drawing/2014/main" id="{DF124308-F1A5-4E01-B176-3789419663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0522" y="4285443"/>
              <a:ext cx="11151670" cy="1683753"/>
            </a:xfrm>
            <a:prstGeom prst="rect">
              <a:avLst/>
            </a:prstGeom>
          </p:spPr>
        </p:pic>
        <p:pic>
          <p:nvPicPr>
            <p:cNvPr id="12" name="Graphic 11">
              <a:extLst>
                <a:ext uri="{FF2B5EF4-FFF2-40B4-BE49-F238E27FC236}">
                  <a16:creationId xmlns:a16="http://schemas.microsoft.com/office/drawing/2014/main" id="{43165B68-1C22-4DE7-9A5B-BC7B25356DD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8133" y="4275917"/>
              <a:ext cx="367790" cy="352070"/>
            </a:xfrm>
            <a:prstGeom prst="rect">
              <a:avLst/>
            </a:prstGeom>
          </p:spPr>
        </p:pic>
        <p:pic>
          <p:nvPicPr>
            <p:cNvPr id="14" name="Graphic 13">
              <a:extLst>
                <a:ext uri="{FF2B5EF4-FFF2-40B4-BE49-F238E27FC236}">
                  <a16:creationId xmlns:a16="http://schemas.microsoft.com/office/drawing/2014/main" id="{535AA517-7D22-4AA3-AFB4-30E49FB41E3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133126" y="4727910"/>
              <a:ext cx="366446" cy="352070"/>
            </a:xfrm>
            <a:prstGeom prst="rect">
              <a:avLst/>
            </a:prstGeom>
          </p:spPr>
        </p:pic>
        <p:pic>
          <p:nvPicPr>
            <p:cNvPr id="16" name="Graphic 15">
              <a:extLst>
                <a:ext uri="{FF2B5EF4-FFF2-40B4-BE49-F238E27FC236}">
                  <a16:creationId xmlns:a16="http://schemas.microsoft.com/office/drawing/2014/main" id="{F22EC3D5-7A5C-4D16-AE9C-3D05AC0E37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29294" y="4669281"/>
              <a:ext cx="366447" cy="352070"/>
            </a:xfrm>
            <a:prstGeom prst="rect">
              <a:avLst/>
            </a:prstGeom>
          </p:spPr>
        </p:pic>
        <p:pic>
          <p:nvPicPr>
            <p:cNvPr id="17" name="Graphic 16">
              <a:extLst>
                <a:ext uri="{FF2B5EF4-FFF2-40B4-BE49-F238E27FC236}">
                  <a16:creationId xmlns:a16="http://schemas.microsoft.com/office/drawing/2014/main" id="{71023654-9E0D-4C4F-A02E-2DE465C63AE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94502" y="4099882"/>
              <a:ext cx="375731" cy="352070"/>
            </a:xfrm>
            <a:prstGeom prst="rect">
              <a:avLst/>
            </a:prstGeom>
          </p:spPr>
        </p:pic>
        <p:pic>
          <p:nvPicPr>
            <p:cNvPr id="18" name="Graphic 17">
              <a:extLst>
                <a:ext uri="{FF2B5EF4-FFF2-40B4-BE49-F238E27FC236}">
                  <a16:creationId xmlns:a16="http://schemas.microsoft.com/office/drawing/2014/main" id="{79BC5A08-85A8-4482-A835-93BD67F085E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17531" y="4194377"/>
              <a:ext cx="517341" cy="488180"/>
            </a:xfrm>
            <a:prstGeom prst="rect">
              <a:avLst/>
            </a:prstGeom>
          </p:spPr>
        </p:pic>
        <p:pic>
          <p:nvPicPr>
            <p:cNvPr id="19" name="Graphic 18">
              <a:extLst>
                <a:ext uri="{FF2B5EF4-FFF2-40B4-BE49-F238E27FC236}">
                  <a16:creationId xmlns:a16="http://schemas.microsoft.com/office/drawing/2014/main" id="{55F6DA5E-2DBC-45E1-8E1E-AADE0163B8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41830" y="4182790"/>
              <a:ext cx="517341" cy="486491"/>
            </a:xfrm>
            <a:prstGeom prst="rect">
              <a:avLst/>
            </a:prstGeom>
          </p:spPr>
        </p:pic>
        <p:pic>
          <p:nvPicPr>
            <p:cNvPr id="20" name="Graphic 19">
              <a:extLst>
                <a:ext uri="{FF2B5EF4-FFF2-40B4-BE49-F238E27FC236}">
                  <a16:creationId xmlns:a16="http://schemas.microsoft.com/office/drawing/2014/main" id="{6A348669-A548-41B8-B0F7-B034146511E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815057" y="4741607"/>
              <a:ext cx="366446" cy="324677"/>
            </a:xfrm>
            <a:prstGeom prst="rect">
              <a:avLst/>
            </a:prstGeom>
          </p:spPr>
        </p:pic>
        <p:pic>
          <p:nvPicPr>
            <p:cNvPr id="21" name="Graphic 20">
              <a:extLst>
                <a:ext uri="{FF2B5EF4-FFF2-40B4-BE49-F238E27FC236}">
                  <a16:creationId xmlns:a16="http://schemas.microsoft.com/office/drawing/2014/main" id="{43FAEC5B-B86B-4C1C-80F9-5D5244CECEF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121325" y="4117681"/>
              <a:ext cx="517341" cy="486491"/>
            </a:xfrm>
            <a:prstGeom prst="rect">
              <a:avLst/>
            </a:prstGeom>
          </p:spPr>
        </p:pic>
      </p:grpSp>
      <p:pic>
        <p:nvPicPr>
          <p:cNvPr id="3" name="Picture 2" descr="Text&#10;&#10;Description automatically generated">
            <a:extLst>
              <a:ext uri="{FF2B5EF4-FFF2-40B4-BE49-F238E27FC236}">
                <a16:creationId xmlns:a16="http://schemas.microsoft.com/office/drawing/2014/main" id="{852F4FC6-8408-48C0-9D79-8045C141635E}"/>
              </a:ext>
            </a:extLst>
          </p:cNvPr>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559278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_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AA7BA2C-2F2D-48AD-B702-3C3F03202EE3}"/>
              </a:ext>
            </a:extLst>
          </p:cNvPr>
          <p:cNvSpPr/>
          <p:nvPr userDrawn="1"/>
        </p:nvSpPr>
        <p:spPr>
          <a:xfrm>
            <a:off x="1884219" y="33251"/>
            <a:ext cx="8423564" cy="59768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9" name="Picture 8" descr="Text&#10;&#10;Description automatically generated">
            <a:extLst>
              <a:ext uri="{FF2B5EF4-FFF2-40B4-BE49-F238E27FC236}">
                <a16:creationId xmlns:a16="http://schemas.microsoft.com/office/drawing/2014/main" id="{1B5CC9CA-05AC-4F15-9836-A1493E7581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30480"/>
          <a:stretch/>
        </p:blipFill>
        <p:spPr>
          <a:xfrm>
            <a:off x="2690971" y="737824"/>
            <a:ext cx="6810058" cy="1199041"/>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10726644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_With Caption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1E2FB6F-43FE-4F79-9736-AED61898D3C6}"/>
              </a:ext>
            </a:extLst>
          </p:cNvPr>
          <p:cNvSpPr/>
          <p:nvPr userDrawn="1"/>
        </p:nvSpPr>
        <p:spPr>
          <a:xfrm>
            <a:off x="0" y="6356350"/>
            <a:ext cx="12192000" cy="48649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BAA7BA2C-2F2D-48AD-B702-3C3F03202EE3}"/>
              </a:ext>
            </a:extLst>
          </p:cNvPr>
          <p:cNvSpPr/>
          <p:nvPr userDrawn="1"/>
        </p:nvSpPr>
        <p:spPr>
          <a:xfrm>
            <a:off x="1884219" y="33251"/>
            <a:ext cx="8423564" cy="59768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DF4B7C1-B554-4635-B2DB-759FBC00CC47}"/>
              </a:ext>
            </a:extLst>
          </p:cNvPr>
          <p:cNvSpPr/>
          <p:nvPr userDrawn="1"/>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1413309"/>
            <a:ext cx="9144000" cy="2387600"/>
          </a:xfrm>
        </p:spPr>
        <p:txBody>
          <a:bodyPr anchor="b">
            <a:normAutofit/>
          </a:bodyPr>
          <a:lstStyle>
            <a:lvl1pPr algn="ctr">
              <a:defRPr sz="3200"/>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9" name="Picture 8" descr="Text&#10;&#10;Description automatically generated">
            <a:extLst>
              <a:ext uri="{FF2B5EF4-FFF2-40B4-BE49-F238E27FC236}">
                <a16:creationId xmlns:a16="http://schemas.microsoft.com/office/drawing/2014/main" id="{1B5CC9CA-05AC-4F15-9836-A1493E758146}"/>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30480"/>
          <a:stretch/>
        </p:blipFill>
        <p:spPr>
          <a:xfrm>
            <a:off x="271546" y="202898"/>
            <a:ext cx="2083726" cy="366880"/>
          </a:xfrm>
          <a:prstGeom prst="rect">
            <a:avLst/>
          </a:prstGeom>
        </p:spPr>
      </p:pic>
      <p:pic>
        <p:nvPicPr>
          <p:cNvPr id="12" name="Picture 11" descr="Text&#10;&#10;Description automatically generated with medium confidence">
            <a:extLst>
              <a:ext uri="{FF2B5EF4-FFF2-40B4-BE49-F238E27FC236}">
                <a16:creationId xmlns:a16="http://schemas.microsoft.com/office/drawing/2014/main" id="{22300E88-6458-448C-B988-A3DEDC9564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7661" y="202898"/>
            <a:ext cx="1562793" cy="530047"/>
          </a:xfrm>
          <a:prstGeom prst="rect">
            <a:avLst/>
          </a:prstGeom>
        </p:spPr>
      </p:pic>
    </p:spTree>
    <p:extLst>
      <p:ext uri="{BB962C8B-B14F-4D97-AF65-F5344CB8AC3E}">
        <p14:creationId xmlns:p14="http://schemas.microsoft.com/office/powerpoint/2010/main" val="3069412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_With Caption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userDrawn="1">
            <p:ph type="ctrTitle"/>
          </p:nvPr>
        </p:nvSpPr>
        <p:spPr>
          <a:xfrm>
            <a:off x="1524000" y="2419149"/>
            <a:ext cx="9144000" cy="2387600"/>
          </a:xfrm>
        </p:spPr>
        <p:txBody>
          <a:bodyPr anchor="b">
            <a:normAutofit/>
          </a:bodyPr>
          <a:lstStyle>
            <a:lvl1pPr algn="ctr">
              <a:defRPr sz="320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489882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b="29516"/>
          <a:stretch/>
        </p:blipFill>
        <p:spPr>
          <a:xfrm>
            <a:off x="2690971" y="737824"/>
            <a:ext cx="6810058" cy="12156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693584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_With Caption_Blue v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15B860-C6F4-4C82-BDF7-62C9FC852F4A}"/>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367FC7C-C86A-443C-80FC-AAAEE3CDBF4C}"/>
              </a:ext>
            </a:extLst>
          </p:cNvPr>
          <p:cNvSpPr>
            <a:spLocks noGrp="1"/>
          </p:cNvSpPr>
          <p:nvPr>
            <p:ph type="ctrTitle"/>
          </p:nvPr>
        </p:nvSpPr>
        <p:spPr>
          <a:xfrm>
            <a:off x="1524000" y="1413309"/>
            <a:ext cx="9144000" cy="2387600"/>
          </a:xfrm>
        </p:spPr>
        <p:txBody>
          <a:bodyPr anchor="b">
            <a:normAutofit/>
          </a:bodyPr>
          <a:lstStyle>
            <a:lvl1pPr algn="ctr">
              <a:defRPr sz="3200">
                <a:solidFill>
                  <a:schemeClr val="bg1"/>
                </a:solidFill>
              </a:defRPr>
            </a:lvl1pPr>
          </a:lstStyle>
          <a:p>
            <a:r>
              <a:rPr lang="en-US"/>
              <a:t>Click to edit Master title style</a:t>
            </a:r>
            <a:endParaRPr lang="en-GB"/>
          </a:p>
        </p:txBody>
      </p:sp>
      <p:sp>
        <p:nvSpPr>
          <p:cNvPr id="3" name="Subtitle 2">
            <a:extLst>
              <a:ext uri="{FF2B5EF4-FFF2-40B4-BE49-F238E27FC236}">
                <a16:creationId xmlns:a16="http://schemas.microsoft.com/office/drawing/2014/main" id="{DCEDF374-3694-4ACC-BDB7-1B160537CC09}"/>
              </a:ext>
            </a:extLst>
          </p:cNvPr>
          <p:cNvSpPr>
            <a:spLocks noGrp="1"/>
          </p:cNvSpPr>
          <p:nvPr userDrawn="1">
            <p:ph type="subTitle" idx="1"/>
          </p:nvPr>
        </p:nvSpPr>
        <p:spPr>
          <a:xfrm>
            <a:off x="1524000" y="3892984"/>
            <a:ext cx="9144000" cy="1655762"/>
          </a:xfrm>
        </p:spPr>
        <p:txBody>
          <a:bodyPr>
            <a:normAutofit/>
          </a:bodyPr>
          <a:lstStyle>
            <a:lvl1pPr marL="0" indent="0" algn="ctr">
              <a:buNone/>
              <a:defRPr sz="18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14" name="Picture 13" descr="Text&#10;&#10;Description automatically generated">
            <a:extLst>
              <a:ext uri="{FF2B5EF4-FFF2-40B4-BE49-F238E27FC236}">
                <a16:creationId xmlns:a16="http://schemas.microsoft.com/office/drawing/2014/main" id="{F7D123FC-EFBA-4551-838E-18F3C22BCAA9}"/>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29516"/>
          <a:stretch/>
        </p:blipFill>
        <p:spPr>
          <a:xfrm>
            <a:off x="273014" y="190406"/>
            <a:ext cx="2083726" cy="371967"/>
          </a:xfrm>
          <a:prstGeom prst="rect">
            <a:avLst/>
          </a:prstGeom>
        </p:spPr>
      </p:pic>
      <p:pic>
        <p:nvPicPr>
          <p:cNvPr id="6" name="Picture 5" descr="Text&#10;&#10;Description automatically generated">
            <a:extLst>
              <a:ext uri="{FF2B5EF4-FFF2-40B4-BE49-F238E27FC236}">
                <a16:creationId xmlns:a16="http://schemas.microsoft.com/office/drawing/2014/main" id="{95C5A1DC-E06E-4D42-AAC4-FC7654B99C8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356193" y="190406"/>
            <a:ext cx="1562793" cy="530047"/>
          </a:xfrm>
          <a:prstGeom prst="rect">
            <a:avLst/>
          </a:prstGeom>
        </p:spPr>
      </p:pic>
    </p:spTree>
    <p:extLst>
      <p:ext uri="{BB962C8B-B14F-4D97-AF65-F5344CB8AC3E}">
        <p14:creationId xmlns:p14="http://schemas.microsoft.com/office/powerpoint/2010/main" val="1824359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Summary">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223B1E11-D49A-436F-B43F-07B8F9BA3C8B}"/>
              </a:ext>
            </a:extLst>
          </p:cNvPr>
          <p:cNvCxnSpPr>
            <a:cxnSpLocks/>
          </p:cNvCxnSpPr>
          <p:nvPr userDrawn="1"/>
        </p:nvCxnSpPr>
        <p:spPr>
          <a:xfrm>
            <a:off x="3240808" y="0"/>
            <a:ext cx="0" cy="685800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075709" y="1741512"/>
            <a:ext cx="8420794" cy="4123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cxnSp>
        <p:nvCxnSpPr>
          <p:cNvPr id="8" name="Straight Connector 7">
            <a:extLst>
              <a:ext uri="{FF2B5EF4-FFF2-40B4-BE49-F238E27FC236}">
                <a16:creationId xmlns:a16="http://schemas.microsoft.com/office/drawing/2014/main" id="{473ED222-9E51-4FF2-BBB0-74673969398C}"/>
              </a:ext>
            </a:extLst>
          </p:cNvPr>
          <p:cNvCxnSpPr>
            <a:cxnSpLocks/>
          </p:cNvCxnSpPr>
          <p:nvPr userDrawn="1"/>
        </p:nvCxnSpPr>
        <p:spPr>
          <a:xfrm>
            <a:off x="3034144" y="159445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A577684B-BDAE-4D6F-A59D-FC0C00BBF095}"/>
              </a:ext>
            </a:extLst>
          </p:cNvPr>
          <p:cNvCxnSpPr>
            <a:cxnSpLocks/>
          </p:cNvCxnSpPr>
          <p:nvPr userDrawn="1"/>
        </p:nvCxnSpPr>
        <p:spPr>
          <a:xfrm>
            <a:off x="3240808" y="6284423"/>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3" name="Straight Connector 12">
            <a:extLst>
              <a:ext uri="{FF2B5EF4-FFF2-40B4-BE49-F238E27FC236}">
                <a16:creationId xmlns:a16="http://schemas.microsoft.com/office/drawing/2014/main" id="{F8DE8822-0A29-4F49-9CC3-850EA70E4E3B}"/>
              </a:ext>
            </a:extLst>
          </p:cNvPr>
          <p:cNvCxnSpPr>
            <a:cxnSpLocks/>
          </p:cNvCxnSpPr>
          <p:nvPr userDrawn="1"/>
        </p:nvCxnSpPr>
        <p:spPr>
          <a:xfrm>
            <a:off x="3249119" y="13577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38631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Summary v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60FCD6F-1003-4B06-A2FA-DE74C8FCA332}"/>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A5C1A071-F668-4F19-8C27-941D75CE205C}"/>
              </a:ext>
            </a:extLst>
          </p:cNvPr>
          <p:cNvCxnSpPr>
            <a:cxnSpLocks/>
          </p:cNvCxnSpPr>
          <p:nvPr userDrawn="1"/>
        </p:nvCxnSpPr>
        <p:spPr>
          <a:xfrm>
            <a:off x="3298997" y="0"/>
            <a:ext cx="0" cy="694944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solidFill>
                  <a:schemeClr val="bg1"/>
                </a:solidFill>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133898" y="1604357"/>
            <a:ext cx="8219901" cy="4101698"/>
          </a:xfrm>
        </p:spPr>
        <p:txBody>
          <a:bodyPr/>
          <a:lstStyle>
            <a:lvl1pPr marL="228600" indent="-228600">
              <a:buFontTx/>
              <a:buBlip>
                <a:blip r:embed="rId2"/>
              </a:buBlip>
              <a:defRPr>
                <a:solidFill>
                  <a:schemeClr val="bg1"/>
                </a:solidFill>
              </a:defRPr>
            </a:lvl1pPr>
            <a:lvl2pPr marL="685800" indent="-228600">
              <a:buFontTx/>
              <a:buBlip>
                <a:blip r:embed="rId2"/>
              </a:buBlip>
              <a:defRPr>
                <a:solidFill>
                  <a:schemeClr val="bg1"/>
                </a:solidFill>
              </a:defRPr>
            </a:lvl2pPr>
            <a:lvl3pPr marL="1143000" indent="-228600">
              <a:buFontTx/>
              <a:buBlip>
                <a:blip r:embed="rId2"/>
              </a:buBlip>
              <a:defRPr>
                <a:solidFill>
                  <a:schemeClr val="bg1"/>
                </a:solidFill>
              </a:defRPr>
            </a:lvl3pPr>
            <a:lvl4pPr marL="1600200" indent="-228600">
              <a:buFontTx/>
              <a:buBlip>
                <a:blip r:embed="rId2"/>
              </a:buBlip>
              <a:defRPr>
                <a:solidFill>
                  <a:schemeClr val="bg1"/>
                </a:solidFill>
              </a:defRPr>
            </a:lvl4pPr>
            <a:lvl5pPr marL="2057400" indent="-228600">
              <a:buFontTx/>
              <a:buBlip>
                <a:blip r:embed="rId2"/>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lide Number Placeholder 5">
            <a:extLst>
              <a:ext uri="{FF2B5EF4-FFF2-40B4-BE49-F238E27FC236}">
                <a16:creationId xmlns:a16="http://schemas.microsoft.com/office/drawing/2014/main" id="{91B76911-E06F-44B1-BFDD-44635A723297}"/>
              </a:ext>
            </a:extLst>
          </p:cNvPr>
          <p:cNvSpPr>
            <a:spLocks noGrp="1"/>
          </p:cNvSpPr>
          <p:nvPr>
            <p:ph type="sldNum" sz="quarter" idx="12"/>
          </p:nvPr>
        </p:nvSpPr>
        <p:spPr>
          <a:xfrm>
            <a:off x="4724400" y="6356350"/>
            <a:ext cx="2743200" cy="365125"/>
          </a:xfrm>
        </p:spPr>
        <p:txBody>
          <a:bodyPr/>
          <a:lstStyle/>
          <a:p>
            <a:fld id="{B5D8CEE8-68BA-493D-A9B0-0387ED15E64E}" type="slidenum">
              <a:rPr lang="en-GB" smtClean="0"/>
              <a:t>‹#›</a:t>
            </a:fld>
            <a:endParaRPr lang="en-GB"/>
          </a:p>
        </p:txBody>
      </p:sp>
      <p:cxnSp>
        <p:nvCxnSpPr>
          <p:cNvPr id="9" name="Straight Connector 8">
            <a:extLst>
              <a:ext uri="{FF2B5EF4-FFF2-40B4-BE49-F238E27FC236}">
                <a16:creationId xmlns:a16="http://schemas.microsoft.com/office/drawing/2014/main" id="{FEBCAD98-D567-4133-A59A-E15A8AEFA922}"/>
              </a:ext>
            </a:extLst>
          </p:cNvPr>
          <p:cNvCxnSpPr>
            <a:cxnSpLocks/>
          </p:cNvCxnSpPr>
          <p:nvPr userDrawn="1"/>
        </p:nvCxnSpPr>
        <p:spPr>
          <a:xfrm>
            <a:off x="3084020" y="1345074"/>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28457330-1C9E-4687-AB9A-B2FCEAF8F21F}"/>
              </a:ext>
            </a:extLst>
          </p:cNvPr>
          <p:cNvCxnSpPr>
            <a:cxnSpLocks/>
          </p:cNvCxnSpPr>
          <p:nvPr userDrawn="1"/>
        </p:nvCxnSpPr>
        <p:spPr>
          <a:xfrm>
            <a:off x="3298997" y="5802285"/>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B330C9BC-38AE-47B9-9A91-1E2770FBB57F}"/>
              </a:ext>
            </a:extLst>
          </p:cNvPr>
          <p:cNvCxnSpPr>
            <a:cxnSpLocks/>
          </p:cNvCxnSpPr>
          <p:nvPr userDrawn="1"/>
        </p:nvCxnSpPr>
        <p:spPr>
          <a:xfrm>
            <a:off x="3298997" y="13577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1731526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ummary v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B230F1-B233-41C2-9778-CCD93AB5C3AC}"/>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a:extLst>
              <a:ext uri="{FF2B5EF4-FFF2-40B4-BE49-F238E27FC236}">
                <a16:creationId xmlns:a16="http://schemas.microsoft.com/office/drawing/2014/main" id="{774E5FF5-0C23-4EDF-9906-84C12B640E8A}"/>
              </a:ext>
            </a:extLst>
          </p:cNvPr>
          <p:cNvCxnSpPr>
            <a:cxnSpLocks/>
          </p:cNvCxnSpPr>
          <p:nvPr userDrawn="1"/>
        </p:nvCxnSpPr>
        <p:spPr>
          <a:xfrm>
            <a:off x="3298997" y="0"/>
            <a:ext cx="0" cy="5993476"/>
          </a:xfrm>
          <a:prstGeom prst="line">
            <a:avLst/>
          </a:prstGeom>
          <a:ln w="12700">
            <a:solidFill>
              <a:schemeClr val="bg1"/>
            </a:solidFill>
          </a:ln>
        </p:spPr>
        <p:style>
          <a:lnRef idx="1">
            <a:schemeClr val="accent4"/>
          </a:lnRef>
          <a:fillRef idx="0">
            <a:schemeClr val="accent4"/>
          </a:fillRef>
          <a:effectRef idx="0">
            <a:schemeClr val="accent4"/>
          </a:effectRef>
          <a:fontRef idx="minor">
            <a:schemeClr val="tx1"/>
          </a:fontRef>
        </p:style>
      </p:cxnSp>
      <p:sp>
        <p:nvSpPr>
          <p:cNvPr id="2" name="Title 1">
            <a:extLst>
              <a:ext uri="{FF2B5EF4-FFF2-40B4-BE49-F238E27FC236}">
                <a16:creationId xmlns:a16="http://schemas.microsoft.com/office/drawing/2014/main" id="{5A8FBF9B-0DFE-457A-9AD7-AF8CA682D818}"/>
              </a:ext>
            </a:extLst>
          </p:cNvPr>
          <p:cNvSpPr>
            <a:spLocks noGrp="1"/>
          </p:cNvSpPr>
          <p:nvPr>
            <p:ph type="title" hasCustomPrompt="1"/>
          </p:nvPr>
        </p:nvSpPr>
        <p:spPr/>
        <p:txBody>
          <a:bodyPr/>
          <a:lstStyle>
            <a:lvl1pPr>
              <a:defRPr>
                <a:solidFill>
                  <a:schemeClr val="bg1"/>
                </a:solidFill>
              </a:defRPr>
            </a:lvl1pPr>
          </a:lstStyle>
          <a:p>
            <a:r>
              <a:rPr lang="en-US"/>
              <a:t>Summary</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3117273" y="1587731"/>
            <a:ext cx="8236526" cy="4321482"/>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5010688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_With Description">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4C7D08F-C617-446C-9E0A-C704E9C31131}"/>
              </a:ext>
            </a:extLst>
          </p:cNvPr>
          <p:cNvCxnSpPr/>
          <p:nvPr userDrawn="1"/>
        </p:nvCxnSpPr>
        <p:spPr>
          <a:xfrm>
            <a:off x="1005841" y="1206256"/>
            <a:ext cx="0" cy="4760056"/>
          </a:xfrm>
          <a:prstGeom prst="line">
            <a:avLst/>
          </a:prstGeom>
          <a:ln w="76200">
            <a:solidFill>
              <a:srgbClr val="0FAAA0"/>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40647DE-5681-4A44-B582-7D30F61FFB06}"/>
              </a:ext>
            </a:extLst>
          </p:cNvPr>
          <p:cNvSpPr/>
          <p:nvPr userDrawn="1"/>
        </p:nvSpPr>
        <p:spPr>
          <a:xfrm>
            <a:off x="0" y="1"/>
            <a:ext cx="12192000" cy="1197942"/>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838200" y="136525"/>
            <a:ext cx="10515600" cy="985693"/>
          </a:xfrm>
        </p:spPr>
        <p:txBody>
          <a:bodyPr/>
          <a:lstStyle>
            <a:lvl1pPr>
              <a:defRPr>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9" name="Rectangle 8">
            <a:extLst>
              <a:ext uri="{FF2B5EF4-FFF2-40B4-BE49-F238E27FC236}">
                <a16:creationId xmlns:a16="http://schemas.microsoft.com/office/drawing/2014/main" id="{5B38034C-C042-4666-9790-D6C6C3177257}"/>
              </a:ext>
            </a:extLst>
          </p:cNvPr>
          <p:cNvSpPr/>
          <p:nvPr userDrawn="1"/>
        </p:nvSpPr>
        <p:spPr>
          <a:xfrm>
            <a:off x="1330027" y="1519471"/>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id="{690C9CCA-2103-4B50-82A3-1D1E4C4E4DC9}"/>
              </a:ext>
            </a:extLst>
          </p:cNvPr>
          <p:cNvSpPr/>
          <p:nvPr userDrawn="1"/>
        </p:nvSpPr>
        <p:spPr>
          <a:xfrm>
            <a:off x="1330027" y="2363642"/>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40A87829-D0D2-41F5-915F-64027CB809EB}"/>
              </a:ext>
            </a:extLst>
          </p:cNvPr>
          <p:cNvSpPr/>
          <p:nvPr userDrawn="1"/>
        </p:nvSpPr>
        <p:spPr>
          <a:xfrm>
            <a:off x="1330028" y="3211904"/>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11">
            <a:extLst>
              <a:ext uri="{FF2B5EF4-FFF2-40B4-BE49-F238E27FC236}">
                <a16:creationId xmlns:a16="http://schemas.microsoft.com/office/drawing/2014/main" id="{A50D80B1-3186-4DC8-AF30-A01F57213504}"/>
              </a:ext>
            </a:extLst>
          </p:cNvPr>
          <p:cNvSpPr/>
          <p:nvPr userDrawn="1"/>
        </p:nvSpPr>
        <p:spPr>
          <a:xfrm>
            <a:off x="1330028" y="4065378"/>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ectangle 12">
            <a:extLst>
              <a:ext uri="{FF2B5EF4-FFF2-40B4-BE49-F238E27FC236}">
                <a16:creationId xmlns:a16="http://schemas.microsoft.com/office/drawing/2014/main" id="{73F23774-6F04-4E0F-B56A-A3742CFF3098}"/>
              </a:ext>
            </a:extLst>
          </p:cNvPr>
          <p:cNvSpPr/>
          <p:nvPr userDrawn="1"/>
        </p:nvSpPr>
        <p:spPr>
          <a:xfrm>
            <a:off x="1330029" y="4916470"/>
            <a:ext cx="9010997" cy="720000"/>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Arrow: Pentagon 13">
            <a:extLst>
              <a:ext uri="{FF2B5EF4-FFF2-40B4-BE49-F238E27FC236}">
                <a16:creationId xmlns:a16="http://schemas.microsoft.com/office/drawing/2014/main" id="{699F87D0-CFD1-47C5-BDFE-D8D37E2C56A1}"/>
              </a:ext>
            </a:extLst>
          </p:cNvPr>
          <p:cNvSpPr/>
          <p:nvPr userDrawn="1"/>
        </p:nvSpPr>
        <p:spPr>
          <a:xfrm>
            <a:off x="1330027" y="151947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TextBox 14">
            <a:extLst>
              <a:ext uri="{FF2B5EF4-FFF2-40B4-BE49-F238E27FC236}">
                <a16:creationId xmlns:a16="http://schemas.microsoft.com/office/drawing/2014/main" id="{38A48138-A7AF-4B98-BA15-61AB2F2C2A56}"/>
              </a:ext>
            </a:extLst>
          </p:cNvPr>
          <p:cNvSpPr txBox="1"/>
          <p:nvPr userDrawn="1"/>
        </p:nvSpPr>
        <p:spPr>
          <a:xfrm>
            <a:off x="1330027" y="1585601"/>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01</a:t>
            </a:r>
          </a:p>
        </p:txBody>
      </p:sp>
      <p:sp>
        <p:nvSpPr>
          <p:cNvPr id="16" name="Content Placeholder 2">
            <a:extLst>
              <a:ext uri="{FF2B5EF4-FFF2-40B4-BE49-F238E27FC236}">
                <a16:creationId xmlns:a16="http://schemas.microsoft.com/office/drawing/2014/main" id="{E4F44E46-14CE-4A8C-B51A-28474D9F5818}"/>
              </a:ext>
            </a:extLst>
          </p:cNvPr>
          <p:cNvSpPr>
            <a:spLocks noGrp="1"/>
          </p:cNvSpPr>
          <p:nvPr>
            <p:ph idx="13"/>
          </p:nvPr>
        </p:nvSpPr>
        <p:spPr>
          <a:xfrm>
            <a:off x="5636019" y="157728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a:xfrm>
            <a:off x="1916079" y="157728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17" name="Arrow: Pentagon 16">
            <a:extLst>
              <a:ext uri="{FF2B5EF4-FFF2-40B4-BE49-F238E27FC236}">
                <a16:creationId xmlns:a16="http://schemas.microsoft.com/office/drawing/2014/main" id="{EDBECA60-9307-4E6A-B2AB-0101BF05D5DD}"/>
              </a:ext>
            </a:extLst>
          </p:cNvPr>
          <p:cNvSpPr/>
          <p:nvPr userDrawn="1"/>
        </p:nvSpPr>
        <p:spPr>
          <a:xfrm>
            <a:off x="1330027" y="236143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B4928E0D-1470-4294-BADA-EDFED810A8C0}"/>
              </a:ext>
            </a:extLst>
          </p:cNvPr>
          <p:cNvSpPr txBox="1"/>
          <p:nvPr userDrawn="1"/>
        </p:nvSpPr>
        <p:spPr>
          <a:xfrm>
            <a:off x="1330027" y="2427561"/>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02</a:t>
            </a:r>
          </a:p>
        </p:txBody>
      </p:sp>
      <p:sp>
        <p:nvSpPr>
          <p:cNvPr id="19" name="Content Placeholder 2">
            <a:extLst>
              <a:ext uri="{FF2B5EF4-FFF2-40B4-BE49-F238E27FC236}">
                <a16:creationId xmlns:a16="http://schemas.microsoft.com/office/drawing/2014/main" id="{6D42AD94-79EE-439D-8C12-FBB4DF2E5764}"/>
              </a:ext>
            </a:extLst>
          </p:cNvPr>
          <p:cNvSpPr>
            <a:spLocks noGrp="1"/>
          </p:cNvSpPr>
          <p:nvPr>
            <p:ph idx="14"/>
          </p:nvPr>
        </p:nvSpPr>
        <p:spPr>
          <a:xfrm>
            <a:off x="5636019" y="241924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0" name="Content Placeholder 2">
            <a:extLst>
              <a:ext uri="{FF2B5EF4-FFF2-40B4-BE49-F238E27FC236}">
                <a16:creationId xmlns:a16="http://schemas.microsoft.com/office/drawing/2014/main" id="{3F8A366B-7377-4E57-91F6-F8E99BEE9082}"/>
              </a:ext>
            </a:extLst>
          </p:cNvPr>
          <p:cNvSpPr>
            <a:spLocks noGrp="1"/>
          </p:cNvSpPr>
          <p:nvPr>
            <p:ph idx="15"/>
          </p:nvPr>
        </p:nvSpPr>
        <p:spPr>
          <a:xfrm>
            <a:off x="1916079" y="241924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1" name="Arrow: Pentagon 20">
            <a:extLst>
              <a:ext uri="{FF2B5EF4-FFF2-40B4-BE49-F238E27FC236}">
                <a16:creationId xmlns:a16="http://schemas.microsoft.com/office/drawing/2014/main" id="{38A9800C-EF15-4FCF-A0A2-F74674A4283C}"/>
              </a:ext>
            </a:extLst>
          </p:cNvPr>
          <p:cNvSpPr/>
          <p:nvPr userDrawn="1"/>
        </p:nvSpPr>
        <p:spPr>
          <a:xfrm>
            <a:off x="1330027" y="3220299"/>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TextBox 21">
            <a:extLst>
              <a:ext uri="{FF2B5EF4-FFF2-40B4-BE49-F238E27FC236}">
                <a16:creationId xmlns:a16="http://schemas.microsoft.com/office/drawing/2014/main" id="{F1180E96-C44B-4D17-A536-5306B8023470}"/>
              </a:ext>
            </a:extLst>
          </p:cNvPr>
          <p:cNvSpPr txBox="1"/>
          <p:nvPr userDrawn="1"/>
        </p:nvSpPr>
        <p:spPr>
          <a:xfrm>
            <a:off x="1330027" y="3286429"/>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03</a:t>
            </a:r>
          </a:p>
        </p:txBody>
      </p:sp>
      <p:sp>
        <p:nvSpPr>
          <p:cNvPr id="23" name="Content Placeholder 2">
            <a:extLst>
              <a:ext uri="{FF2B5EF4-FFF2-40B4-BE49-F238E27FC236}">
                <a16:creationId xmlns:a16="http://schemas.microsoft.com/office/drawing/2014/main" id="{4F62B8B8-50FB-4424-B81D-FB1F84444EE1}"/>
              </a:ext>
            </a:extLst>
          </p:cNvPr>
          <p:cNvSpPr>
            <a:spLocks noGrp="1"/>
          </p:cNvSpPr>
          <p:nvPr>
            <p:ph idx="16"/>
          </p:nvPr>
        </p:nvSpPr>
        <p:spPr>
          <a:xfrm>
            <a:off x="5636019" y="3278116"/>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4" name="Content Placeholder 2">
            <a:extLst>
              <a:ext uri="{FF2B5EF4-FFF2-40B4-BE49-F238E27FC236}">
                <a16:creationId xmlns:a16="http://schemas.microsoft.com/office/drawing/2014/main" id="{8BCC9011-2C49-49B2-B8DC-8D9828A4FB89}"/>
              </a:ext>
            </a:extLst>
          </p:cNvPr>
          <p:cNvSpPr>
            <a:spLocks noGrp="1"/>
          </p:cNvSpPr>
          <p:nvPr>
            <p:ph idx="17"/>
          </p:nvPr>
        </p:nvSpPr>
        <p:spPr>
          <a:xfrm>
            <a:off x="1916079" y="3278116"/>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5" name="Arrow: Pentagon 24">
            <a:extLst>
              <a:ext uri="{FF2B5EF4-FFF2-40B4-BE49-F238E27FC236}">
                <a16:creationId xmlns:a16="http://schemas.microsoft.com/office/drawing/2014/main" id="{FC94286E-D81B-483B-8EF2-5D1E456B8B21}"/>
              </a:ext>
            </a:extLst>
          </p:cNvPr>
          <p:cNvSpPr/>
          <p:nvPr userDrawn="1"/>
        </p:nvSpPr>
        <p:spPr>
          <a:xfrm>
            <a:off x="1330027" y="4071391"/>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extBox 25">
            <a:extLst>
              <a:ext uri="{FF2B5EF4-FFF2-40B4-BE49-F238E27FC236}">
                <a16:creationId xmlns:a16="http://schemas.microsoft.com/office/drawing/2014/main" id="{C2149FC5-2C7A-4506-8A0A-1AEC1A40B2C1}"/>
              </a:ext>
            </a:extLst>
          </p:cNvPr>
          <p:cNvSpPr txBox="1"/>
          <p:nvPr userDrawn="1"/>
        </p:nvSpPr>
        <p:spPr>
          <a:xfrm>
            <a:off x="1330027" y="4137521"/>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04</a:t>
            </a:r>
          </a:p>
        </p:txBody>
      </p:sp>
      <p:sp>
        <p:nvSpPr>
          <p:cNvPr id="27" name="Content Placeholder 2">
            <a:extLst>
              <a:ext uri="{FF2B5EF4-FFF2-40B4-BE49-F238E27FC236}">
                <a16:creationId xmlns:a16="http://schemas.microsoft.com/office/drawing/2014/main" id="{3E4C3471-CE78-47DA-BA71-EEA7CC1F999B}"/>
              </a:ext>
            </a:extLst>
          </p:cNvPr>
          <p:cNvSpPr>
            <a:spLocks noGrp="1"/>
          </p:cNvSpPr>
          <p:nvPr>
            <p:ph idx="18"/>
          </p:nvPr>
        </p:nvSpPr>
        <p:spPr>
          <a:xfrm>
            <a:off x="5636019" y="4129208"/>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8" name="Content Placeholder 2">
            <a:extLst>
              <a:ext uri="{FF2B5EF4-FFF2-40B4-BE49-F238E27FC236}">
                <a16:creationId xmlns:a16="http://schemas.microsoft.com/office/drawing/2014/main" id="{10D12271-C885-4FA8-A29A-4276632E33DA}"/>
              </a:ext>
            </a:extLst>
          </p:cNvPr>
          <p:cNvSpPr>
            <a:spLocks noGrp="1"/>
          </p:cNvSpPr>
          <p:nvPr>
            <p:ph idx="19"/>
          </p:nvPr>
        </p:nvSpPr>
        <p:spPr>
          <a:xfrm>
            <a:off x="1916079" y="4129208"/>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29" name="Arrow: Pentagon 28">
            <a:extLst>
              <a:ext uri="{FF2B5EF4-FFF2-40B4-BE49-F238E27FC236}">
                <a16:creationId xmlns:a16="http://schemas.microsoft.com/office/drawing/2014/main" id="{E079C228-FB73-4D51-BEB1-7DD88598A734}"/>
              </a:ext>
            </a:extLst>
          </p:cNvPr>
          <p:cNvSpPr/>
          <p:nvPr userDrawn="1"/>
        </p:nvSpPr>
        <p:spPr>
          <a:xfrm>
            <a:off x="1334173" y="4902282"/>
            <a:ext cx="4218705" cy="720000"/>
          </a:xfrm>
          <a:prstGeom prst="homePlate">
            <a:avLst/>
          </a:prstGeom>
          <a:solidFill>
            <a:srgbClr val="002161"/>
          </a:solidFill>
          <a:ln>
            <a:solidFill>
              <a:srgbClr val="01246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TextBox 29">
            <a:extLst>
              <a:ext uri="{FF2B5EF4-FFF2-40B4-BE49-F238E27FC236}">
                <a16:creationId xmlns:a16="http://schemas.microsoft.com/office/drawing/2014/main" id="{484A4331-7043-4F80-9A8D-70D5130597BC}"/>
              </a:ext>
            </a:extLst>
          </p:cNvPr>
          <p:cNvSpPr txBox="1"/>
          <p:nvPr userDrawn="1"/>
        </p:nvSpPr>
        <p:spPr>
          <a:xfrm>
            <a:off x="1334173" y="4968412"/>
            <a:ext cx="673337" cy="584775"/>
          </a:xfrm>
          <a:prstGeom prst="rect">
            <a:avLst/>
          </a:prstGeom>
          <a:noFill/>
        </p:spPr>
        <p:txBody>
          <a:bodyPr wrap="square" rtlCol="0">
            <a:spAutoFit/>
          </a:bodyPr>
          <a:lstStyle/>
          <a:p>
            <a:r>
              <a:rPr lang="en-GB" sz="3200" b="1">
                <a:solidFill>
                  <a:schemeClr val="bg1"/>
                </a:solidFill>
                <a:latin typeface="Arial" panose="020B0604020202020204" pitchFamily="34" charset="0"/>
                <a:cs typeface="Arial" panose="020B0604020202020204" pitchFamily="34" charset="0"/>
              </a:rPr>
              <a:t>05</a:t>
            </a:r>
          </a:p>
        </p:txBody>
      </p:sp>
      <p:sp>
        <p:nvSpPr>
          <p:cNvPr id="31" name="Content Placeholder 2">
            <a:extLst>
              <a:ext uri="{FF2B5EF4-FFF2-40B4-BE49-F238E27FC236}">
                <a16:creationId xmlns:a16="http://schemas.microsoft.com/office/drawing/2014/main" id="{22148B34-0A5E-4ED5-B154-0269FBB61F69}"/>
              </a:ext>
            </a:extLst>
          </p:cNvPr>
          <p:cNvSpPr>
            <a:spLocks noGrp="1"/>
          </p:cNvSpPr>
          <p:nvPr>
            <p:ph idx="20"/>
          </p:nvPr>
        </p:nvSpPr>
        <p:spPr>
          <a:xfrm>
            <a:off x="5640165" y="4960099"/>
            <a:ext cx="4580317" cy="605222"/>
          </a:xfrm>
        </p:spPr>
        <p:txBody>
          <a:bodyPr/>
          <a:lstStyle>
            <a:lvl1pPr marL="0" indent="0">
              <a:buFontTx/>
              <a:buNone/>
              <a:defRPr>
                <a:solidFill>
                  <a:schemeClr val="tx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sp>
        <p:nvSpPr>
          <p:cNvPr id="32" name="Content Placeholder 2">
            <a:extLst>
              <a:ext uri="{FF2B5EF4-FFF2-40B4-BE49-F238E27FC236}">
                <a16:creationId xmlns:a16="http://schemas.microsoft.com/office/drawing/2014/main" id="{E4D5CBD8-07FB-4C30-A1A9-C3275F4E7436}"/>
              </a:ext>
            </a:extLst>
          </p:cNvPr>
          <p:cNvSpPr>
            <a:spLocks noGrp="1"/>
          </p:cNvSpPr>
          <p:nvPr>
            <p:ph idx="21"/>
          </p:nvPr>
        </p:nvSpPr>
        <p:spPr>
          <a:xfrm>
            <a:off x="1920225" y="4960099"/>
            <a:ext cx="3262747" cy="605221"/>
          </a:xfrm>
        </p:spPr>
        <p:txBody>
          <a:bodyPr/>
          <a:lstStyle>
            <a:lvl1pPr marL="0" indent="0">
              <a:buFontTx/>
              <a:buNone/>
              <a:defRPr>
                <a:solidFill>
                  <a:schemeClr val="bg1"/>
                </a:solidFill>
              </a:defRPr>
            </a:lvl1pPr>
            <a:lvl2pPr marL="685800" indent="-228600">
              <a:buFontTx/>
              <a:buBlip>
                <a:blip r:embed="rId2"/>
              </a:buBlip>
              <a:defRPr>
                <a:solidFill>
                  <a:schemeClr val="tx1"/>
                </a:solidFill>
              </a:defRPr>
            </a:lvl2pPr>
            <a:lvl3pPr marL="1143000" indent="-228600">
              <a:buFontTx/>
              <a:buBlip>
                <a:blip r:embed="rId2"/>
              </a:buBlip>
              <a:defRPr>
                <a:solidFill>
                  <a:schemeClr val="tx1"/>
                </a:solidFill>
              </a:defRPr>
            </a:lvl3pPr>
            <a:lvl4pPr marL="1600200" indent="-228600">
              <a:buFontTx/>
              <a:buBlip>
                <a:blip r:embed="rId2"/>
              </a:buBlip>
              <a:defRPr>
                <a:solidFill>
                  <a:schemeClr val="tx1"/>
                </a:solidFill>
              </a:defRPr>
            </a:lvl4pPr>
            <a:lvl5pPr marL="2057400" indent="-228600">
              <a:buFontTx/>
              <a:buBlip>
                <a:blip r:embed="rId2"/>
              </a:buBlip>
              <a:defRPr>
                <a:solidFill>
                  <a:schemeClr val="tx1"/>
                </a:solidFill>
              </a:defRPr>
            </a:lvl5pPr>
          </a:lstStyle>
          <a:p>
            <a:pPr lvl="0"/>
            <a:r>
              <a:rPr lang="en-US"/>
              <a:t>Click to edit Master text styles</a:t>
            </a:r>
          </a:p>
        </p:txBody>
      </p:sp>
      <p:pic>
        <p:nvPicPr>
          <p:cNvPr id="34" name="Picture 33" descr="Icon&#10;&#10;Description automatically generated">
            <a:extLst>
              <a:ext uri="{FF2B5EF4-FFF2-40B4-BE49-F238E27FC236}">
                <a16:creationId xmlns:a16="http://schemas.microsoft.com/office/drawing/2014/main" id="{56127348-9FEE-48ED-A010-3144A2B510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5607" y="1747754"/>
            <a:ext cx="260468" cy="260468"/>
          </a:xfrm>
          <a:prstGeom prst="rect">
            <a:avLst/>
          </a:prstGeom>
        </p:spPr>
      </p:pic>
      <p:pic>
        <p:nvPicPr>
          <p:cNvPr id="35" name="Picture 34" descr="Icon&#10;&#10;Description automatically generated">
            <a:extLst>
              <a:ext uri="{FF2B5EF4-FFF2-40B4-BE49-F238E27FC236}">
                <a16:creationId xmlns:a16="http://schemas.microsoft.com/office/drawing/2014/main" id="{5626F278-ECE1-4A6B-9D41-C50F6D312E5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2589714"/>
            <a:ext cx="260468" cy="260468"/>
          </a:xfrm>
          <a:prstGeom prst="rect">
            <a:avLst/>
          </a:prstGeom>
        </p:spPr>
      </p:pic>
      <p:pic>
        <p:nvPicPr>
          <p:cNvPr id="36" name="Picture 35" descr="Icon&#10;&#10;Description automatically generated">
            <a:extLst>
              <a:ext uri="{FF2B5EF4-FFF2-40B4-BE49-F238E27FC236}">
                <a16:creationId xmlns:a16="http://schemas.microsoft.com/office/drawing/2014/main" id="{72212E47-92C0-4F3D-B748-A75AE55C569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3456050"/>
            <a:ext cx="260468" cy="260468"/>
          </a:xfrm>
          <a:prstGeom prst="rect">
            <a:avLst/>
          </a:prstGeom>
        </p:spPr>
      </p:pic>
      <p:pic>
        <p:nvPicPr>
          <p:cNvPr id="37" name="Picture 36" descr="Icon&#10;&#10;Description automatically generated">
            <a:extLst>
              <a:ext uri="{FF2B5EF4-FFF2-40B4-BE49-F238E27FC236}">
                <a16:creationId xmlns:a16="http://schemas.microsoft.com/office/drawing/2014/main" id="{702C45D1-7BCE-4919-9C27-156710520EF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8370" y="4293990"/>
            <a:ext cx="260468" cy="260468"/>
          </a:xfrm>
          <a:prstGeom prst="rect">
            <a:avLst/>
          </a:prstGeom>
        </p:spPr>
      </p:pic>
      <p:pic>
        <p:nvPicPr>
          <p:cNvPr id="38" name="Picture 37" descr="Icon&#10;&#10;Description automatically generated">
            <a:extLst>
              <a:ext uri="{FF2B5EF4-FFF2-40B4-BE49-F238E27FC236}">
                <a16:creationId xmlns:a16="http://schemas.microsoft.com/office/drawing/2014/main" id="{3578E9B0-EAE9-4ACD-BF4D-50A6708711D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72832" y="5146236"/>
            <a:ext cx="260468" cy="260468"/>
          </a:xfrm>
          <a:prstGeom prst="rect">
            <a:avLst/>
          </a:prstGeom>
        </p:spPr>
      </p:pic>
    </p:spTree>
    <p:extLst>
      <p:ext uri="{BB962C8B-B14F-4D97-AF65-F5344CB8AC3E}">
        <p14:creationId xmlns:p14="http://schemas.microsoft.com/office/powerpoint/2010/main" val="1489642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orizontal 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lvl1pPr>
          </a:lstStyle>
          <a:p>
            <a:pPr lvl="0"/>
            <a:r>
              <a:rPr lang="en-US"/>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827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orizontal Summary_Blue">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327F0222-E3BD-4969-A8CF-8D2816E9D37C}"/>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482139" y="300681"/>
            <a:ext cx="3350028" cy="3091299"/>
          </a:xfrm>
        </p:spPr>
        <p:txBody>
          <a:bodyPr/>
          <a:lstStyle>
            <a:lvl1pPr>
              <a:defRPr>
                <a:solidFill>
                  <a:schemeClr val="bg1"/>
                </a:solidFill>
              </a:defRPr>
            </a:lvl1pPr>
          </a:lstStyle>
          <a:p>
            <a:r>
              <a:rPr lang="en-US"/>
              <a:t>Click to edit Master title style</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7" name="Content Placeholder 2">
            <a:extLst>
              <a:ext uri="{FF2B5EF4-FFF2-40B4-BE49-F238E27FC236}">
                <a16:creationId xmlns:a16="http://schemas.microsoft.com/office/drawing/2014/main" id="{EA8E91DD-8ACC-4A5C-856A-D2882D3BAC95}"/>
              </a:ext>
            </a:extLst>
          </p:cNvPr>
          <p:cNvSpPr>
            <a:spLocks noGrp="1"/>
          </p:cNvSpPr>
          <p:nvPr>
            <p:ph idx="14"/>
          </p:nvPr>
        </p:nvSpPr>
        <p:spPr>
          <a:xfrm>
            <a:off x="238299" y="4350269"/>
            <a:ext cx="3045228" cy="1194319"/>
          </a:xfrm>
        </p:spPr>
        <p:txBody>
          <a:bodyPr/>
          <a:lstStyle>
            <a:lvl1pPr marL="0" indent="0">
              <a:buFontTx/>
              <a:buNone/>
              <a:defRPr>
                <a:solidFill>
                  <a:schemeClr val="bg1"/>
                </a:solidFill>
              </a:defRPr>
            </a:lvl1pPr>
          </a:lstStyle>
          <a:p>
            <a:pPr lvl="0"/>
            <a:r>
              <a:rPr lang="en-US"/>
              <a:t>Click to edit Master text styles</a:t>
            </a:r>
          </a:p>
        </p:txBody>
      </p:sp>
      <p:cxnSp>
        <p:nvCxnSpPr>
          <p:cNvPr id="8" name="Straight Connector 7">
            <a:extLst>
              <a:ext uri="{FF2B5EF4-FFF2-40B4-BE49-F238E27FC236}">
                <a16:creationId xmlns:a16="http://schemas.microsoft.com/office/drawing/2014/main" id="{F2EE2486-9090-4935-8438-39B8EAFD644A}"/>
              </a:ext>
            </a:extLst>
          </p:cNvPr>
          <p:cNvCxnSpPr>
            <a:cxnSpLocks/>
          </p:cNvCxnSpPr>
          <p:nvPr userDrawn="1"/>
        </p:nvCxnSpPr>
        <p:spPr>
          <a:xfrm>
            <a:off x="-8313" y="4210396"/>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0" name="Straight Connector 9">
            <a:extLst>
              <a:ext uri="{FF2B5EF4-FFF2-40B4-BE49-F238E27FC236}">
                <a16:creationId xmlns:a16="http://schemas.microsoft.com/office/drawing/2014/main" id="{A8D5E4CE-D229-4614-BF7C-4FE9DB56B356}"/>
              </a:ext>
            </a:extLst>
          </p:cNvPr>
          <p:cNvCxnSpPr>
            <a:cxnSpLocks/>
          </p:cNvCxnSpPr>
          <p:nvPr userDrawn="1"/>
        </p:nvCxnSpPr>
        <p:spPr>
          <a:xfrm>
            <a:off x="8551026" y="1777538"/>
            <a:ext cx="3649287"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1" name="Straight Connector 10">
            <a:extLst>
              <a:ext uri="{FF2B5EF4-FFF2-40B4-BE49-F238E27FC236}">
                <a16:creationId xmlns:a16="http://schemas.microsoft.com/office/drawing/2014/main" id="{C30E9DCC-B314-4543-AC94-8147CC54C8CE}"/>
              </a:ext>
            </a:extLst>
          </p:cNvPr>
          <p:cNvCxnSpPr>
            <a:cxnSpLocks/>
          </p:cNvCxnSpPr>
          <p:nvPr userDrawn="1"/>
        </p:nvCxnSpPr>
        <p:spPr>
          <a:xfrm flipV="1">
            <a:off x="3582785" y="1769226"/>
            <a:ext cx="5029200" cy="2449483"/>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4" name="Straight Connector 13">
            <a:extLst>
              <a:ext uri="{FF2B5EF4-FFF2-40B4-BE49-F238E27FC236}">
                <a16:creationId xmlns:a16="http://schemas.microsoft.com/office/drawing/2014/main" id="{C7E7BFCA-87DA-451C-8DDE-CF2B427D6353}"/>
              </a:ext>
            </a:extLst>
          </p:cNvPr>
          <p:cNvCxnSpPr>
            <a:cxnSpLocks/>
          </p:cNvCxnSpPr>
          <p:nvPr userDrawn="1"/>
        </p:nvCxnSpPr>
        <p:spPr>
          <a:xfrm rot="16200000">
            <a:off x="3523441" y="4305416"/>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cxnSp>
        <p:nvCxnSpPr>
          <p:cNvPr id="15" name="Straight Connector 14">
            <a:extLst>
              <a:ext uri="{FF2B5EF4-FFF2-40B4-BE49-F238E27FC236}">
                <a16:creationId xmlns:a16="http://schemas.microsoft.com/office/drawing/2014/main" id="{C0BAF78F-886D-46E6-8F86-8B0B230914D3}"/>
              </a:ext>
            </a:extLst>
          </p:cNvPr>
          <p:cNvCxnSpPr>
            <a:cxnSpLocks/>
          </p:cNvCxnSpPr>
          <p:nvPr userDrawn="1"/>
        </p:nvCxnSpPr>
        <p:spPr>
          <a:xfrm rot="16200000">
            <a:off x="8472632" y="1682518"/>
            <a:ext cx="206666" cy="0"/>
          </a:xfrm>
          <a:prstGeom prst="line">
            <a:avLst/>
          </a:prstGeom>
          <a:ln w="57150">
            <a:solidFill>
              <a:srgbClr val="0FAAA0"/>
            </a:solidFill>
          </a:ln>
        </p:spPr>
        <p:style>
          <a:lnRef idx="1">
            <a:schemeClr val="accent4"/>
          </a:lnRef>
          <a:fillRef idx="0">
            <a:schemeClr val="accent4"/>
          </a:fillRef>
          <a:effectRef idx="0">
            <a:schemeClr val="accent4"/>
          </a:effectRef>
          <a:fontRef idx="minor">
            <a:schemeClr val="tx1"/>
          </a:fontRef>
        </p:style>
      </p:cxnSp>
      <p:sp>
        <p:nvSpPr>
          <p:cNvPr id="16" name="Oval 15">
            <a:extLst>
              <a:ext uri="{FF2B5EF4-FFF2-40B4-BE49-F238E27FC236}">
                <a16:creationId xmlns:a16="http://schemas.microsoft.com/office/drawing/2014/main" id="{ADB099A3-47D0-4D28-B65D-E36B174DEDA5}"/>
              </a:ext>
            </a:extLst>
          </p:cNvPr>
          <p:cNvSpPr/>
          <p:nvPr userDrawn="1"/>
        </p:nvSpPr>
        <p:spPr>
          <a:xfrm>
            <a:off x="7431575" y="2247324"/>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a:extLst>
              <a:ext uri="{FF2B5EF4-FFF2-40B4-BE49-F238E27FC236}">
                <a16:creationId xmlns:a16="http://schemas.microsoft.com/office/drawing/2014/main" id="{6BCDFC52-ADB5-4748-90A3-845D72036E0E}"/>
              </a:ext>
            </a:extLst>
          </p:cNvPr>
          <p:cNvSpPr/>
          <p:nvPr userDrawn="1"/>
        </p:nvSpPr>
        <p:spPr>
          <a:xfrm>
            <a:off x="5065266" y="3391980"/>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FC701364-C1A5-49F4-90B8-F9B501943C76}"/>
              </a:ext>
            </a:extLst>
          </p:cNvPr>
          <p:cNvSpPr/>
          <p:nvPr userDrawn="1"/>
        </p:nvSpPr>
        <p:spPr>
          <a:xfrm>
            <a:off x="10395109" y="1713851"/>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Content Placeholder 2">
            <a:extLst>
              <a:ext uri="{FF2B5EF4-FFF2-40B4-BE49-F238E27FC236}">
                <a16:creationId xmlns:a16="http://schemas.microsoft.com/office/drawing/2014/main" id="{CE38C180-8D52-426D-AD1B-1E6043F09C54}"/>
              </a:ext>
            </a:extLst>
          </p:cNvPr>
          <p:cNvSpPr>
            <a:spLocks noGrp="1"/>
          </p:cNvSpPr>
          <p:nvPr>
            <p:ph idx="15"/>
          </p:nvPr>
        </p:nvSpPr>
        <p:spPr>
          <a:xfrm>
            <a:off x="8944495" y="465988"/>
            <a:ext cx="3045228" cy="1194319"/>
          </a:xfrm>
        </p:spPr>
        <p:txBody>
          <a:bodyPr/>
          <a:lstStyle>
            <a:lvl1pPr marL="0" indent="0">
              <a:buFontTx/>
              <a:buNone/>
              <a:defRPr>
                <a:solidFill>
                  <a:schemeClr val="bg1"/>
                </a:solidFill>
              </a:defRPr>
            </a:lvl1pPr>
          </a:lstStyle>
          <a:p>
            <a:pPr lvl="0"/>
            <a:r>
              <a:rPr lang="en-US"/>
              <a:t>Click to edit Master text styles</a:t>
            </a:r>
          </a:p>
        </p:txBody>
      </p:sp>
      <p:sp>
        <p:nvSpPr>
          <p:cNvPr id="20" name="Content Placeholder 2">
            <a:extLst>
              <a:ext uri="{FF2B5EF4-FFF2-40B4-BE49-F238E27FC236}">
                <a16:creationId xmlns:a16="http://schemas.microsoft.com/office/drawing/2014/main" id="{4807EE65-B061-4C53-BADA-D36110CE3609}"/>
              </a:ext>
            </a:extLst>
          </p:cNvPr>
          <p:cNvSpPr>
            <a:spLocks noGrp="1"/>
          </p:cNvSpPr>
          <p:nvPr>
            <p:ph idx="16"/>
          </p:nvPr>
        </p:nvSpPr>
        <p:spPr>
          <a:xfrm>
            <a:off x="4573386" y="3827204"/>
            <a:ext cx="3045228" cy="1194319"/>
          </a:xfrm>
        </p:spPr>
        <p:txBody>
          <a:bodyPr/>
          <a:lstStyle>
            <a:lvl1pPr marL="0" indent="0">
              <a:buFontTx/>
              <a:buNone/>
              <a:defRPr>
                <a:solidFill>
                  <a:schemeClr val="bg1"/>
                </a:solidFill>
              </a:defRPr>
            </a:lvl1pPr>
          </a:lstStyle>
          <a:p>
            <a:pPr lvl="0"/>
            <a:r>
              <a:rPr lang="en-US"/>
              <a:t>Click to edit Master text styles</a:t>
            </a:r>
          </a:p>
        </p:txBody>
      </p:sp>
      <p:sp>
        <p:nvSpPr>
          <p:cNvPr id="21" name="Content Placeholder 2">
            <a:extLst>
              <a:ext uri="{FF2B5EF4-FFF2-40B4-BE49-F238E27FC236}">
                <a16:creationId xmlns:a16="http://schemas.microsoft.com/office/drawing/2014/main" id="{D9C866A7-CA2C-4982-A9A6-2E2E0C388165}"/>
              </a:ext>
            </a:extLst>
          </p:cNvPr>
          <p:cNvSpPr>
            <a:spLocks noGrp="1"/>
          </p:cNvSpPr>
          <p:nvPr>
            <p:ph idx="17"/>
          </p:nvPr>
        </p:nvSpPr>
        <p:spPr>
          <a:xfrm>
            <a:off x="4801982" y="857411"/>
            <a:ext cx="3045228" cy="1194319"/>
          </a:xfrm>
        </p:spPr>
        <p:txBody>
          <a:bodyPr/>
          <a:lstStyle>
            <a:lvl1pPr marL="0" indent="0">
              <a:buFontTx/>
              <a:buNone/>
              <a:defRPr>
                <a:solidFill>
                  <a:schemeClr val="bg1"/>
                </a:solidFill>
              </a:defRPr>
            </a:lvl1pPr>
          </a:lstStyle>
          <a:p>
            <a:pPr lvl="0"/>
            <a:r>
              <a:rPr lang="en-US"/>
              <a:t>Click to edit Master text styles</a:t>
            </a:r>
          </a:p>
        </p:txBody>
      </p:sp>
      <p:sp>
        <p:nvSpPr>
          <p:cNvPr id="22" name="Oval 21">
            <a:extLst>
              <a:ext uri="{FF2B5EF4-FFF2-40B4-BE49-F238E27FC236}">
                <a16:creationId xmlns:a16="http://schemas.microsoft.com/office/drawing/2014/main" id="{AAA804AE-78BB-494D-B737-B208710B3362}"/>
              </a:ext>
            </a:extLst>
          </p:cNvPr>
          <p:cNvSpPr/>
          <p:nvPr userDrawn="1"/>
        </p:nvSpPr>
        <p:spPr>
          <a:xfrm>
            <a:off x="1688913" y="4130083"/>
            <a:ext cx="144000" cy="144000"/>
          </a:xfrm>
          <a:prstGeom prst="ellipse">
            <a:avLst/>
          </a:prstGeom>
          <a:solidFill>
            <a:schemeClr val="bg1"/>
          </a:solidFill>
          <a:ln w="28575">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 name="Picture 3" descr="Shape, circle&#10;&#10;Description automatically generated">
            <a:extLst>
              <a:ext uri="{FF2B5EF4-FFF2-40B4-BE49-F238E27FC236}">
                <a16:creationId xmlns:a16="http://schemas.microsoft.com/office/drawing/2014/main" id="{09502432-9EDD-40AA-8ADC-459056F70B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11534" y="2265775"/>
            <a:ext cx="448892" cy="448892"/>
          </a:xfrm>
          <a:prstGeom prst="rect">
            <a:avLst/>
          </a:prstGeom>
        </p:spPr>
      </p:pic>
    </p:spTree>
    <p:extLst>
      <p:ext uri="{BB962C8B-B14F-4D97-AF65-F5344CB8AC3E}">
        <p14:creationId xmlns:p14="http://schemas.microsoft.com/office/powerpoint/2010/main" val="3482672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885397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_Blue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BC08D5-0DAF-4366-B3F2-51F5FB1A65A4}"/>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a:xfrm>
            <a:off x="665019" y="159361"/>
            <a:ext cx="10831484" cy="1172892"/>
          </a:xfrm>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0856693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93BC823-25AD-4AD9-9C76-137A5987DD47}"/>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5A8FBF9B-0DFE-457A-9AD7-AF8CA682D818}"/>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601C5C1-BDEE-4774-A218-2CA4DA345D20}"/>
              </a:ext>
            </a:extLst>
          </p:cNvPr>
          <p:cNvSpPr>
            <a:spLocks noGrp="1"/>
          </p:cNvSpPr>
          <p:nvPr>
            <p:ph idx="1"/>
          </p:nvPr>
        </p:nvSpPr>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499251-0376-4647-BFE2-11F3D762B545}"/>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2343997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6775690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750A923-098C-48C7-9982-1C3C4832FEA1}"/>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6BC5E7E-33CA-4723-BA41-A8996946B2A8}"/>
              </a:ext>
            </a:extLst>
          </p:cNvPr>
          <p:cNvSpPr>
            <a:spLocks noGrp="1"/>
          </p:cNvSpPr>
          <p:nvPr>
            <p:ph type="title"/>
          </p:nvPr>
        </p:nvSpPr>
        <p:spPr>
          <a:xfrm>
            <a:off x="831850" y="1493605"/>
            <a:ext cx="10515600" cy="2852737"/>
          </a:xfrm>
        </p:spPr>
        <p:txBody>
          <a:bodyPr anchor="b">
            <a:normAutofit/>
          </a:bodyPr>
          <a:lstStyle>
            <a:lvl1pPr>
              <a:defRPr sz="3200">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022FB6F4-4E4B-4CAA-926B-0B169BF4C6A4}"/>
              </a:ext>
            </a:extLst>
          </p:cNvPr>
          <p:cNvSpPr>
            <a:spLocks noGrp="1"/>
          </p:cNvSpPr>
          <p:nvPr>
            <p:ph type="body" idx="1"/>
          </p:nvPr>
        </p:nvSpPr>
        <p:spPr>
          <a:xfrm>
            <a:off x="831850" y="4373330"/>
            <a:ext cx="10515600" cy="1500187"/>
          </a:xfrm>
        </p:spPr>
        <p:txBody>
          <a:bodyPr>
            <a:normAutofit/>
          </a:bodyPr>
          <a:lstStyle>
            <a:lvl1pPr marL="0" indent="0">
              <a:buNone/>
              <a:defRPr sz="1800" b="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294040AC-07B4-4C69-9091-B7C592D268A4}"/>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1421585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7398334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2F22621-2D6E-479F-8821-4611BC4453A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C01EBE5-674C-4F25-860A-961EACC18742}"/>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F96A503-0683-466C-8706-D4D3074AD1CC}"/>
              </a:ext>
            </a:extLst>
          </p:cNvPr>
          <p:cNvSpPr>
            <a:spLocks noGrp="1"/>
          </p:cNvSpPr>
          <p:nvPr>
            <p:ph sz="half" idx="1"/>
          </p:nvPr>
        </p:nvSpPr>
        <p:spPr>
          <a:xfrm>
            <a:off x="838200" y="1542988"/>
            <a:ext cx="5181600" cy="435133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2B2C021-ECDD-4B16-9607-D0D375FCD347}"/>
              </a:ext>
            </a:extLst>
          </p:cNvPr>
          <p:cNvSpPr>
            <a:spLocks noGrp="1"/>
          </p:cNvSpPr>
          <p:nvPr>
            <p:ph sz="half" idx="2"/>
          </p:nvPr>
        </p:nvSpPr>
        <p:spPr>
          <a:xfrm>
            <a:off x="6172200" y="1542988"/>
            <a:ext cx="5181600" cy="435133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E05538E7-D19B-434A-870C-CB00760959D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5028868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8644356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_Blu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D1C2473-927A-44B0-A86D-25C89BEDD49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AA6CBD4-C1C9-4FDF-9706-063FC4F316AE}"/>
              </a:ext>
            </a:extLst>
          </p:cNvPr>
          <p:cNvSpPr>
            <a:spLocks noGrp="1"/>
          </p:cNvSpPr>
          <p:nvPr>
            <p:ph type="title"/>
          </p:nvPr>
        </p:nvSpPr>
        <p:spPr>
          <a:xfrm>
            <a:off x="839788" y="448887"/>
            <a:ext cx="10515600" cy="934230"/>
          </a:xfrm>
        </p:spPr>
        <p:txBody>
          <a:bodyPr/>
          <a:lstStyle>
            <a:lvl1pPr>
              <a:defRPr>
                <a:solidFill>
                  <a:schemeClr val="bg1"/>
                </a:solidFill>
              </a:defRPr>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8F086FA-DE3C-49B9-8F22-BDD226231569}"/>
              </a:ext>
            </a:extLst>
          </p:cNvPr>
          <p:cNvSpPr>
            <a:spLocks noGrp="1"/>
          </p:cNvSpPr>
          <p:nvPr>
            <p:ph type="body" idx="1"/>
          </p:nvPr>
        </p:nvSpPr>
        <p:spPr>
          <a:xfrm>
            <a:off x="839788" y="1373592"/>
            <a:ext cx="5157787" cy="823912"/>
          </a:xfrm>
        </p:spPr>
        <p:txBody>
          <a:bodyPr anchor="b">
            <a:norm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9240C4-F819-4959-BD54-5CF6E66B4326}"/>
              </a:ext>
            </a:extLst>
          </p:cNvPr>
          <p:cNvSpPr>
            <a:spLocks noGrp="1"/>
          </p:cNvSpPr>
          <p:nvPr>
            <p:ph sz="half" idx="2"/>
          </p:nvPr>
        </p:nvSpPr>
        <p:spPr>
          <a:xfrm>
            <a:off x="839788" y="2197504"/>
            <a:ext cx="5157787" cy="368458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A6E805D-55F6-4356-A3DA-08E482F07E45}"/>
              </a:ext>
            </a:extLst>
          </p:cNvPr>
          <p:cNvSpPr>
            <a:spLocks noGrp="1"/>
          </p:cNvSpPr>
          <p:nvPr>
            <p:ph type="body" sz="quarter" idx="3"/>
          </p:nvPr>
        </p:nvSpPr>
        <p:spPr>
          <a:xfrm>
            <a:off x="6172200" y="1373592"/>
            <a:ext cx="5183188" cy="823912"/>
          </a:xfrm>
        </p:spPr>
        <p:txBody>
          <a:bodyPr anchor="b">
            <a:normAutofit/>
          </a:bodyPr>
          <a:lstStyle>
            <a:lvl1pPr marL="0" indent="0">
              <a:buNone/>
              <a:defRPr sz="18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09213C-E1A9-4849-87F9-A69C51E8E264}"/>
              </a:ext>
            </a:extLst>
          </p:cNvPr>
          <p:cNvSpPr>
            <a:spLocks noGrp="1"/>
          </p:cNvSpPr>
          <p:nvPr>
            <p:ph sz="quarter" idx="4"/>
          </p:nvPr>
        </p:nvSpPr>
        <p:spPr>
          <a:xfrm>
            <a:off x="6172200" y="2197504"/>
            <a:ext cx="5183188" cy="3684588"/>
          </a:xfrm>
        </p:spPr>
        <p:txBody>
          <a:bodyPr/>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5EEE93F9-5EA7-4278-87E7-2FCA41D3B0F2}"/>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8006504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9287019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A3AD51F-981A-4696-B7D5-2A6174133470}"/>
              </a:ext>
            </a:extLst>
          </p:cNvPr>
          <p:cNvSpPr/>
          <p:nvPr userDrawn="1"/>
        </p:nvSpPr>
        <p:spPr>
          <a:xfrm>
            <a:off x="0" y="0"/>
            <a:ext cx="12192000" cy="14735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a:xfrm>
            <a:off x="665019" y="184300"/>
            <a:ext cx="10831484" cy="1172892"/>
          </a:xfrm>
        </p:spPr>
        <p:txBody>
          <a:bodyPr/>
          <a:lstStyle>
            <a:lvl1pPr>
              <a:defRPr>
                <a:solidFill>
                  <a:schemeClr val="bg1"/>
                </a:solidFil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93307677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B4302AE-3B79-468C-8619-E832B0865EBB}"/>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6E1128DB-F856-4E39-90AF-0EFDC91006D9}"/>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8829310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ditable Circle">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grpSp>
        <p:nvGrpSpPr>
          <p:cNvPr id="3" name="Group 2">
            <a:extLst>
              <a:ext uri="{FF2B5EF4-FFF2-40B4-BE49-F238E27FC236}">
                <a16:creationId xmlns:a16="http://schemas.microsoft.com/office/drawing/2014/main" id="{C92D2581-32B6-4D1F-A926-B16F996D8BA6}"/>
              </a:ext>
            </a:extLst>
          </p:cNvPr>
          <p:cNvGrpSpPr/>
          <p:nvPr userDrawn="1"/>
        </p:nvGrpSpPr>
        <p:grpSpPr>
          <a:xfrm>
            <a:off x="428260" y="1667860"/>
            <a:ext cx="4990908" cy="4046609"/>
            <a:chOff x="428260" y="2274687"/>
            <a:chExt cx="4990908" cy="4046609"/>
          </a:xfrm>
        </p:grpSpPr>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811772"/>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979447"/>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979447"/>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41998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953603"/>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42527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grpSp>
      <p:sp>
        <p:nvSpPr>
          <p:cNvPr id="23" name="Text Placeholder 2">
            <a:extLst>
              <a:ext uri="{FF2B5EF4-FFF2-40B4-BE49-F238E27FC236}">
                <a16:creationId xmlns:a16="http://schemas.microsoft.com/office/drawing/2014/main" id="{6878F9AA-7060-41EA-BB30-BF62F622D7F2}"/>
              </a:ext>
            </a:extLst>
          </p:cNvPr>
          <p:cNvSpPr>
            <a:spLocks noGrp="1"/>
          </p:cNvSpPr>
          <p:nvPr>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36575954-F2C9-43BD-9323-461121A276EE}"/>
              </a:ext>
            </a:extLst>
          </p:cNvPr>
          <p:cNvSpPr>
            <a:spLocks noGrp="1"/>
          </p:cNvSpPr>
          <p:nvPr>
            <p:ph type="title"/>
          </p:nvPr>
        </p:nvSpPr>
        <p:spPr>
          <a:xfrm>
            <a:off x="680258" y="70301"/>
            <a:ext cx="10831484" cy="919526"/>
          </a:xfrm>
        </p:spPr>
        <p:txBody>
          <a:bodyPr/>
          <a:lstStyle>
            <a:lvl1pPr algn="ctr">
              <a:defRPr/>
            </a:lvl1pPr>
          </a:lstStyle>
          <a:p>
            <a:r>
              <a:rPr lang="en-US"/>
              <a:t>Click to edit Master title style</a:t>
            </a:r>
            <a:endParaRPr lang="en-GB"/>
          </a:p>
        </p:txBody>
      </p:sp>
    </p:spTree>
    <p:extLst>
      <p:ext uri="{BB962C8B-B14F-4D97-AF65-F5344CB8AC3E}">
        <p14:creationId xmlns:p14="http://schemas.microsoft.com/office/powerpoint/2010/main" val="911721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ditable circle_Blue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79A81A1-11D0-4E62-AA24-53AA7DAE0F1C}"/>
              </a:ext>
            </a:extLst>
          </p:cNvPr>
          <p:cNvSpPr/>
          <p:nvPr userDrawn="1"/>
        </p:nvSpPr>
        <p:spPr>
          <a:xfrm>
            <a:off x="0" y="1"/>
            <a:ext cx="12192000" cy="921288"/>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grpSp>
        <p:nvGrpSpPr>
          <p:cNvPr id="3" name="Group 2">
            <a:extLst>
              <a:ext uri="{FF2B5EF4-FFF2-40B4-BE49-F238E27FC236}">
                <a16:creationId xmlns:a16="http://schemas.microsoft.com/office/drawing/2014/main" id="{C92D2581-32B6-4D1F-A926-B16F996D8BA6}"/>
              </a:ext>
            </a:extLst>
          </p:cNvPr>
          <p:cNvGrpSpPr/>
          <p:nvPr userDrawn="1"/>
        </p:nvGrpSpPr>
        <p:grpSpPr>
          <a:xfrm>
            <a:off x="428260" y="1667860"/>
            <a:ext cx="4990908" cy="4046609"/>
            <a:chOff x="428260" y="2274687"/>
            <a:chExt cx="4990908" cy="4046609"/>
          </a:xfrm>
        </p:grpSpPr>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811772"/>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979447"/>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979447"/>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41998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953603"/>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425279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2396512"/>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solidFill>
              <a:schemeClr val="bg1"/>
            </a:solid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grpSp>
      <p:sp>
        <p:nvSpPr>
          <p:cNvPr id="23" name="Text Placeholder 2">
            <a:extLst>
              <a:ext uri="{FF2B5EF4-FFF2-40B4-BE49-F238E27FC236}">
                <a16:creationId xmlns:a16="http://schemas.microsoft.com/office/drawing/2014/main" id="{6878F9AA-7060-41EA-BB30-BF62F622D7F2}"/>
              </a:ext>
            </a:extLst>
          </p:cNvPr>
          <p:cNvSpPr>
            <a:spLocks noGrp="1"/>
          </p:cNvSpPr>
          <p:nvPr>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p:ph type="body" idx="13"/>
          </p:nvPr>
        </p:nvSpPr>
        <p:spPr>
          <a:xfrm>
            <a:off x="4462303" y="2337196"/>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p:ph type="body" idx="14"/>
          </p:nvPr>
        </p:nvSpPr>
        <p:spPr>
          <a:xfrm>
            <a:off x="4043977" y="465085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p:ph type="body" idx="15"/>
          </p:nvPr>
        </p:nvSpPr>
        <p:spPr>
          <a:xfrm>
            <a:off x="523802" y="4645798"/>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p:ph type="body" idx="16"/>
          </p:nvPr>
        </p:nvSpPr>
        <p:spPr>
          <a:xfrm>
            <a:off x="105476" y="2320970"/>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p:ph type="body" idx="17"/>
          </p:nvPr>
        </p:nvSpPr>
        <p:spPr>
          <a:xfrm>
            <a:off x="2283889" y="1088707"/>
            <a:ext cx="1212954" cy="823912"/>
          </a:xfrm>
        </p:spPr>
        <p:txBody>
          <a:bodyPr anchor="t">
            <a:normAutofit/>
          </a:bodyPr>
          <a:lstStyle>
            <a:lvl1pPr marL="0" indent="0">
              <a:buNone/>
              <a:defRPr sz="1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itle 1">
            <a:extLst>
              <a:ext uri="{FF2B5EF4-FFF2-40B4-BE49-F238E27FC236}">
                <a16:creationId xmlns:a16="http://schemas.microsoft.com/office/drawing/2014/main" id="{23F5E2AF-E901-4374-9B97-C3B71042F76A}"/>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25916823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ditable circle_Blue">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17D79D3-F462-4D57-8473-BC60B3291F59}"/>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Slide Number Placeholder 4">
            <a:extLst>
              <a:ext uri="{FF2B5EF4-FFF2-40B4-BE49-F238E27FC236}">
                <a16:creationId xmlns:a16="http://schemas.microsoft.com/office/drawing/2014/main" id="{DC29041D-3512-43C8-BB66-3C286AB2B757}"/>
              </a:ext>
            </a:extLst>
          </p:cNvPr>
          <p:cNvSpPr>
            <a:spLocks noGrp="1"/>
          </p:cNvSpPr>
          <p:nvPr>
            <p:ph type="sldNum" sz="quarter" idx="12"/>
          </p:nvPr>
        </p:nvSpPr>
        <p:spPr/>
        <p:txBody>
          <a:bodyPr/>
          <a:lstStyle/>
          <a:p>
            <a:fld id="{B5D8CEE8-68BA-493D-A9B0-0387ED15E64E}" type="slidenum">
              <a:rPr lang="en-GB" smtClean="0"/>
              <a:t>‹#›</a:t>
            </a:fld>
            <a:endParaRPr lang="en-GB"/>
          </a:p>
        </p:txBody>
      </p:sp>
      <p:sp>
        <p:nvSpPr>
          <p:cNvPr id="10" name="VALUE BASED MEDICINE">
            <a:extLst>
              <a:ext uri="{FF2B5EF4-FFF2-40B4-BE49-F238E27FC236}">
                <a16:creationId xmlns:a16="http://schemas.microsoft.com/office/drawing/2014/main" id="{B43958D4-D5E9-42A0-B4BF-9D941E2E3000}"/>
              </a:ext>
            </a:extLst>
          </p:cNvPr>
          <p:cNvSpPr/>
          <p:nvPr userDrawn="1"/>
        </p:nvSpPr>
        <p:spPr>
          <a:xfrm>
            <a:off x="1585101" y="2204945"/>
            <a:ext cx="2610531" cy="2610532"/>
          </a:xfrm>
          <a:prstGeom prst="ellipse">
            <a:avLst/>
          </a:prstGeom>
          <a:solidFill>
            <a:srgbClr val="FFFFFF"/>
          </a:solidFill>
          <a:ln w="215900" cap="flat">
            <a:solidFill>
              <a:srgbClr val="0FAAA0"/>
            </a:solidFill>
            <a:prstDash val="solid"/>
            <a:miter lim="400000"/>
          </a:ln>
          <a:effectLst>
            <a:outerShdw blurRad="381000" rotWithShape="0">
              <a:srgbClr val="000000">
                <a:alpha val="75000"/>
              </a:srgbClr>
            </a:outerShdw>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50800" tIns="50800" rIns="50800" bIns="50800" numCol="1" anchor="t">
            <a:noAutofit/>
          </a:bodyPr>
          <a:lstStyle>
            <a:lvl1pPr algn="ctr">
              <a:defRPr sz="1500" b="1">
                <a:solidFill>
                  <a:srgbClr val="F7CF46"/>
                </a:solidFill>
                <a:latin typeface="Helvetica Neue"/>
                <a:ea typeface="Helvetica Neue"/>
                <a:cs typeface="Helvetica Neue"/>
                <a:sym typeface="Helvetica Neue"/>
              </a:defRPr>
            </a:lvl1pPr>
          </a:lstStyle>
          <a:p>
            <a:endParaRPr>
              <a:solidFill>
                <a:srgbClr val="002161"/>
              </a:solidFill>
              <a:latin typeface="Arial" panose="020B0604020202020204" pitchFamily="34" charset="0"/>
              <a:cs typeface="Arial" panose="020B0604020202020204" pitchFamily="34" charset="0"/>
            </a:endParaRPr>
          </a:p>
        </p:txBody>
      </p:sp>
      <p:sp>
        <p:nvSpPr>
          <p:cNvPr id="11" name="Rectangle">
            <a:extLst>
              <a:ext uri="{FF2B5EF4-FFF2-40B4-BE49-F238E27FC236}">
                <a16:creationId xmlns:a16="http://schemas.microsoft.com/office/drawing/2014/main" id="{EEF1A243-BDF8-46F3-AE38-FA536F0431F7}"/>
              </a:ext>
            </a:extLst>
          </p:cNvPr>
          <p:cNvSpPr/>
          <p:nvPr/>
        </p:nvSpPr>
        <p:spPr>
          <a:xfrm>
            <a:off x="4186351" y="3372620"/>
            <a:ext cx="429007"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2" name="Rectangle">
            <a:extLst>
              <a:ext uri="{FF2B5EF4-FFF2-40B4-BE49-F238E27FC236}">
                <a16:creationId xmlns:a16="http://schemas.microsoft.com/office/drawing/2014/main" id="{0BE8BA15-96BC-480F-88F1-ADE54034DFA7}"/>
              </a:ext>
            </a:extLst>
          </p:cNvPr>
          <p:cNvSpPr/>
          <p:nvPr/>
        </p:nvSpPr>
        <p:spPr>
          <a:xfrm>
            <a:off x="1195216" y="3372620"/>
            <a:ext cx="429006" cy="275181"/>
          </a:xfrm>
          <a:prstGeom prst="rect">
            <a:avLst/>
          </a:prstGeom>
          <a:solidFill>
            <a:srgbClr val="0FAAA0"/>
          </a:solidFill>
          <a:ln w="12700" cap="flat">
            <a:solidFill>
              <a:srgbClr val="0FAAA0"/>
            </a:solidFill>
            <a:miter lim="400000"/>
          </a:ln>
          <a:effectLst/>
        </p:spPr>
        <p:txBody>
          <a:bodyPr wrap="square" lIns="45719" tIns="45719" rIns="45719" bIns="45719" numCol="1" anchor="ctr">
            <a:noAutofit/>
          </a:bodyPr>
          <a:lstStyle/>
          <a:p>
            <a:endParaRPr>
              <a:latin typeface="Arial" panose="020B0604020202020204" pitchFamily="34" charset="0"/>
              <a:cs typeface="Arial" panose="020B0604020202020204" pitchFamily="34" charset="0"/>
            </a:endParaRPr>
          </a:p>
        </p:txBody>
      </p:sp>
      <p:sp>
        <p:nvSpPr>
          <p:cNvPr id="18" name="Line">
            <a:extLst>
              <a:ext uri="{FF2B5EF4-FFF2-40B4-BE49-F238E27FC236}">
                <a16:creationId xmlns:a16="http://schemas.microsoft.com/office/drawing/2014/main" id="{AF6F7448-51BF-4EF7-902C-B86C69D38FEA}"/>
              </a:ext>
            </a:extLst>
          </p:cNvPr>
          <p:cNvSpPr/>
          <p:nvPr/>
        </p:nvSpPr>
        <p:spPr>
          <a:xfrm>
            <a:off x="4929651" y="35930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19" name="Line">
            <a:extLst>
              <a:ext uri="{FF2B5EF4-FFF2-40B4-BE49-F238E27FC236}">
                <a16:creationId xmlns:a16="http://schemas.microsoft.com/office/drawing/2014/main" id="{97BAD08F-3478-4D7C-A8C0-412B41B9114F}"/>
              </a:ext>
            </a:extLst>
          </p:cNvPr>
          <p:cNvSpPr/>
          <p:nvPr/>
        </p:nvSpPr>
        <p:spPr>
          <a:xfrm rot="5400000">
            <a:off x="2645608" y="5346776"/>
            <a:ext cx="489518"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0" name="Line">
            <a:extLst>
              <a:ext uri="{FF2B5EF4-FFF2-40B4-BE49-F238E27FC236}">
                <a16:creationId xmlns:a16="http://schemas.microsoft.com/office/drawing/2014/main" id="{7D1E2077-C10F-40A2-AF84-ECAEDD38ACB0}"/>
              </a:ext>
            </a:extLst>
          </p:cNvPr>
          <p:cNvSpPr/>
          <p:nvPr/>
        </p:nvSpPr>
        <p:spPr>
          <a:xfrm rot="10800000" flipH="1">
            <a:off x="428260" y="3645968"/>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1" name="Line">
            <a:extLst>
              <a:ext uri="{FF2B5EF4-FFF2-40B4-BE49-F238E27FC236}">
                <a16:creationId xmlns:a16="http://schemas.microsoft.com/office/drawing/2014/main" id="{15A6A710-C41A-4D6C-B952-9688193BBB4A}"/>
              </a:ext>
            </a:extLst>
          </p:cNvPr>
          <p:cNvSpPr/>
          <p:nvPr/>
        </p:nvSpPr>
        <p:spPr>
          <a:xfrm rot="14340000" flipH="1">
            <a:off x="1380446"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2" name="Line">
            <a:extLst>
              <a:ext uri="{FF2B5EF4-FFF2-40B4-BE49-F238E27FC236}">
                <a16:creationId xmlns:a16="http://schemas.microsoft.com/office/drawing/2014/main" id="{10D60CD9-E971-41A5-8E4B-0B06D8ADE2BA}"/>
              </a:ext>
            </a:extLst>
          </p:cNvPr>
          <p:cNvSpPr/>
          <p:nvPr/>
        </p:nvSpPr>
        <p:spPr>
          <a:xfrm rot="18480000">
            <a:off x="4046781" y="1789685"/>
            <a:ext cx="489517" cy="24586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0751" y="21600"/>
                </a:lnTo>
                <a:lnTo>
                  <a:pt x="0" y="195"/>
                </a:lnTo>
              </a:path>
            </a:pathLst>
          </a:custGeom>
          <a:noFill/>
          <a:ln w="76200" cap="flat">
            <a:solidFill>
              <a:srgbClr val="0FAAA0"/>
            </a:solidFill>
            <a:prstDash val="solid"/>
            <a:round/>
          </a:ln>
          <a:effectLst/>
        </p:spPr>
        <p:txBody>
          <a:bodyPr wrap="square" lIns="45719" tIns="45719" rIns="45719" bIns="45719" numCol="1" anchor="t">
            <a:noAutofit/>
          </a:bodyPr>
          <a:lstStyle/>
          <a:p>
            <a:pPr>
              <a:defRPr>
                <a:solidFill>
                  <a:srgbClr val="F7CF46"/>
                </a:solidFill>
              </a:defRPr>
            </a:pPr>
            <a:endParaRPr>
              <a:latin typeface="Arial" panose="020B0604020202020204" pitchFamily="34" charset="0"/>
              <a:cs typeface="Arial" panose="020B0604020202020204" pitchFamily="34" charset="0"/>
            </a:endParaRPr>
          </a:p>
        </p:txBody>
      </p:sp>
      <p:sp>
        <p:nvSpPr>
          <p:cNvPr id="23" name="Text Placeholder 2">
            <a:extLst>
              <a:ext uri="{FF2B5EF4-FFF2-40B4-BE49-F238E27FC236}">
                <a16:creationId xmlns:a16="http://schemas.microsoft.com/office/drawing/2014/main" id="{6878F9AA-7060-41EA-BB30-BF62F622D7F2}"/>
              </a:ext>
            </a:extLst>
          </p:cNvPr>
          <p:cNvSpPr>
            <a:spLocks noGrp="1"/>
          </p:cNvSpPr>
          <p:nvPr userDrawn="1">
            <p:ph type="body" idx="1"/>
          </p:nvPr>
        </p:nvSpPr>
        <p:spPr>
          <a:xfrm>
            <a:off x="2159794" y="2615553"/>
            <a:ext cx="1481182" cy="1740319"/>
          </a:xfrm>
        </p:spPr>
        <p:txBody>
          <a:bodyPr anchor="t">
            <a:normAutofit/>
          </a:bodyPr>
          <a:lstStyle>
            <a:lvl1pPr marL="0" indent="0" algn="l">
              <a:spcBef>
                <a:spcPts val="0"/>
              </a:spcBef>
              <a:buNone/>
              <a:defRPr sz="1800" b="1">
                <a:solidFill>
                  <a:srgbClr val="00216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2">
            <a:extLst>
              <a:ext uri="{FF2B5EF4-FFF2-40B4-BE49-F238E27FC236}">
                <a16:creationId xmlns:a16="http://schemas.microsoft.com/office/drawing/2014/main" id="{2356FC84-89BA-4195-99C9-685536083613}"/>
              </a:ext>
            </a:extLst>
          </p:cNvPr>
          <p:cNvSpPr>
            <a:spLocks noGrp="1"/>
          </p:cNvSpPr>
          <p:nvPr userDrawn="1">
            <p:ph type="body" idx="13"/>
          </p:nvPr>
        </p:nvSpPr>
        <p:spPr>
          <a:xfrm>
            <a:off x="4462303" y="2337196"/>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2">
            <a:extLst>
              <a:ext uri="{FF2B5EF4-FFF2-40B4-BE49-F238E27FC236}">
                <a16:creationId xmlns:a16="http://schemas.microsoft.com/office/drawing/2014/main" id="{7EAF5783-3F0C-4E5A-9FD3-BDAAE417D419}"/>
              </a:ext>
            </a:extLst>
          </p:cNvPr>
          <p:cNvSpPr>
            <a:spLocks noGrp="1"/>
          </p:cNvSpPr>
          <p:nvPr userDrawn="1">
            <p:ph type="body" idx="14"/>
          </p:nvPr>
        </p:nvSpPr>
        <p:spPr>
          <a:xfrm>
            <a:off x="4043977" y="4650858"/>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2">
            <a:extLst>
              <a:ext uri="{FF2B5EF4-FFF2-40B4-BE49-F238E27FC236}">
                <a16:creationId xmlns:a16="http://schemas.microsoft.com/office/drawing/2014/main" id="{BF02FA9B-3DC8-421B-915E-4073D5B6916D}"/>
              </a:ext>
            </a:extLst>
          </p:cNvPr>
          <p:cNvSpPr>
            <a:spLocks noGrp="1"/>
          </p:cNvSpPr>
          <p:nvPr userDrawn="1">
            <p:ph type="body" idx="15"/>
          </p:nvPr>
        </p:nvSpPr>
        <p:spPr>
          <a:xfrm>
            <a:off x="523802" y="4645798"/>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8" name="Text Placeholder 2">
            <a:extLst>
              <a:ext uri="{FF2B5EF4-FFF2-40B4-BE49-F238E27FC236}">
                <a16:creationId xmlns:a16="http://schemas.microsoft.com/office/drawing/2014/main" id="{B7586C69-682A-4A37-ACF2-594FDCF2D605}"/>
              </a:ext>
            </a:extLst>
          </p:cNvPr>
          <p:cNvSpPr>
            <a:spLocks noGrp="1"/>
          </p:cNvSpPr>
          <p:nvPr userDrawn="1">
            <p:ph type="body" idx="16"/>
          </p:nvPr>
        </p:nvSpPr>
        <p:spPr>
          <a:xfrm>
            <a:off x="105476" y="2320970"/>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Text Placeholder 2">
            <a:extLst>
              <a:ext uri="{FF2B5EF4-FFF2-40B4-BE49-F238E27FC236}">
                <a16:creationId xmlns:a16="http://schemas.microsoft.com/office/drawing/2014/main" id="{21300FB2-1856-4D86-B9C9-E9A6A910CB1C}"/>
              </a:ext>
            </a:extLst>
          </p:cNvPr>
          <p:cNvSpPr>
            <a:spLocks noGrp="1"/>
          </p:cNvSpPr>
          <p:nvPr userDrawn="1">
            <p:ph type="body" idx="17"/>
          </p:nvPr>
        </p:nvSpPr>
        <p:spPr>
          <a:xfrm>
            <a:off x="2283889" y="1088707"/>
            <a:ext cx="1212954" cy="823912"/>
          </a:xfrm>
        </p:spPr>
        <p:txBody>
          <a:bodyPr anchor="t">
            <a:normAutofit/>
          </a:bodyPr>
          <a:lstStyle>
            <a:lvl1pPr marL="0" indent="0">
              <a:buNone/>
              <a:defRPr sz="14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Title 1">
            <a:extLst>
              <a:ext uri="{FF2B5EF4-FFF2-40B4-BE49-F238E27FC236}">
                <a16:creationId xmlns:a16="http://schemas.microsoft.com/office/drawing/2014/main" id="{9E6CD5C8-34DD-4E24-998C-11AAC35BE3C8}"/>
              </a:ext>
            </a:extLst>
          </p:cNvPr>
          <p:cNvSpPr>
            <a:spLocks noGrp="1"/>
          </p:cNvSpPr>
          <p:nvPr>
            <p:ph type="title"/>
          </p:nvPr>
        </p:nvSpPr>
        <p:spPr>
          <a:xfrm>
            <a:off x="680258" y="70301"/>
            <a:ext cx="10831484" cy="919526"/>
          </a:xfrm>
        </p:spPr>
        <p:txBody>
          <a:bodyPr/>
          <a:lstStyle>
            <a:lvl1pPr algn="ctr">
              <a:defRPr>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3048419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ITI Border">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pic>
        <p:nvPicPr>
          <p:cNvPr id="7" name="Graphic 6">
            <a:extLst>
              <a:ext uri="{FF2B5EF4-FFF2-40B4-BE49-F238E27FC236}">
                <a16:creationId xmlns:a16="http://schemas.microsoft.com/office/drawing/2014/main" id="{92988B2F-71B7-454C-8FFF-0F8573610DF4}"/>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93100" b="15194"/>
          <a:stretch/>
        </p:blipFill>
        <p:spPr>
          <a:xfrm>
            <a:off x="399010" y="180447"/>
            <a:ext cx="823039" cy="5780012"/>
          </a:xfrm>
          <a:prstGeom prst="rect">
            <a:avLst/>
          </a:prstGeom>
        </p:spPr>
      </p:pic>
      <p:pic>
        <p:nvPicPr>
          <p:cNvPr id="11" name="Graphic 10">
            <a:extLst>
              <a:ext uri="{FF2B5EF4-FFF2-40B4-BE49-F238E27FC236}">
                <a16:creationId xmlns:a16="http://schemas.microsoft.com/office/drawing/2014/main" id="{93839ED4-D046-4A18-A9B9-442A09B6D98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86" t="91359"/>
          <a:stretch/>
        </p:blipFill>
        <p:spPr>
          <a:xfrm>
            <a:off x="3345279" y="-137561"/>
            <a:ext cx="9048997" cy="588908"/>
          </a:xfrm>
          <a:prstGeom prst="rect">
            <a:avLst/>
          </a:prstGeom>
        </p:spPr>
      </p:pic>
      <p:sp>
        <p:nvSpPr>
          <p:cNvPr id="2" name="Rectangle 1">
            <a:extLst>
              <a:ext uri="{FF2B5EF4-FFF2-40B4-BE49-F238E27FC236}">
                <a16:creationId xmlns:a16="http://schemas.microsoft.com/office/drawing/2014/main" id="{8715293C-0950-4C43-A08F-AD0F85A73202}"/>
              </a:ext>
            </a:extLst>
          </p:cNvPr>
          <p:cNvSpPr/>
          <p:nvPr userDrawn="1"/>
        </p:nvSpPr>
        <p:spPr>
          <a:xfrm>
            <a:off x="0" y="6101542"/>
            <a:ext cx="2568633" cy="7481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4" name="Picture 13" descr="Text&#10;&#10;Description automatically generated">
            <a:extLst>
              <a:ext uri="{FF2B5EF4-FFF2-40B4-BE49-F238E27FC236}">
                <a16:creationId xmlns:a16="http://schemas.microsoft.com/office/drawing/2014/main" id="{7DB4BAA8-A272-4430-892B-017985FFE63D}"/>
              </a:ext>
            </a:extLst>
          </p:cNvPr>
          <p:cNvPicPr>
            <a:picLocks noChangeAspect="1"/>
          </p:cNvPicPr>
          <p:nvPr userDrawn="1"/>
        </p:nvPicPr>
        <p:blipFill rotWithShape="1">
          <a:blip r:embed="rId4" cstate="print">
            <a:extLst>
              <a:ext uri="{28A0092B-C50C-407E-A947-70E740481C1C}">
                <a14:useLocalDpi xmlns:a14="http://schemas.microsoft.com/office/drawing/2010/main" val="0"/>
              </a:ext>
            </a:extLst>
          </a:blip>
          <a:srcRect r="55347" b="26027"/>
          <a:stretch/>
        </p:blipFill>
        <p:spPr>
          <a:xfrm>
            <a:off x="198750" y="6207402"/>
            <a:ext cx="1223558" cy="514073"/>
          </a:xfrm>
          <a:prstGeom prst="rect">
            <a:avLst/>
          </a:prstGeom>
        </p:spPr>
      </p:pic>
      <p:sp>
        <p:nvSpPr>
          <p:cNvPr id="9" name="Title 1">
            <a:extLst>
              <a:ext uri="{FF2B5EF4-FFF2-40B4-BE49-F238E27FC236}">
                <a16:creationId xmlns:a16="http://schemas.microsoft.com/office/drawing/2014/main" id="{C4719756-10E6-4313-AEFC-9809296ACAD9}"/>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22285403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TI Border v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59AFDDB-A5DB-452E-A75C-2CEA5E9C4295}"/>
              </a:ext>
            </a:extLst>
          </p:cNvPr>
          <p:cNvSpPr/>
          <p:nvPr userDrawn="1"/>
        </p:nvSpPr>
        <p:spPr>
          <a:xfrm>
            <a:off x="0" y="-1"/>
            <a:ext cx="12192000" cy="59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Graphic 6">
            <a:extLst>
              <a:ext uri="{FF2B5EF4-FFF2-40B4-BE49-F238E27FC236}">
                <a16:creationId xmlns:a16="http://schemas.microsoft.com/office/drawing/2014/main" id="{27FBF07C-BE6B-4C3E-AA82-C63F5D90BE20}"/>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r="93100" b="150"/>
          <a:stretch/>
        </p:blipFill>
        <p:spPr>
          <a:xfrm>
            <a:off x="399010" y="171900"/>
            <a:ext cx="823039" cy="6805369"/>
          </a:xfrm>
          <a:prstGeom prst="rect">
            <a:avLst/>
          </a:prstGeom>
        </p:spPr>
      </p:pic>
      <p:sp>
        <p:nvSpPr>
          <p:cNvPr id="5" name="Rectangle 4">
            <a:extLst>
              <a:ext uri="{FF2B5EF4-FFF2-40B4-BE49-F238E27FC236}">
                <a16:creationId xmlns:a16="http://schemas.microsoft.com/office/drawing/2014/main" id="{BBE2752B-3BDE-452F-90CE-823C2B956E99}"/>
              </a:ext>
            </a:extLst>
          </p:cNvPr>
          <p:cNvSpPr/>
          <p:nvPr userDrawn="1"/>
        </p:nvSpPr>
        <p:spPr>
          <a:xfrm>
            <a:off x="0" y="5993296"/>
            <a:ext cx="12192000" cy="983973"/>
          </a:xfrm>
          <a:prstGeom prst="rect">
            <a:avLst/>
          </a:prstGeom>
          <a:solidFill>
            <a:srgbClr val="002161"/>
          </a:solidFill>
          <a:ln>
            <a:solidFill>
              <a:srgbClr val="00216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8">
            <a:extLst>
              <a:ext uri="{FF2B5EF4-FFF2-40B4-BE49-F238E27FC236}">
                <a16:creationId xmlns:a16="http://schemas.microsoft.com/office/drawing/2014/main" id="{8FF22ABE-0704-4AB0-84F9-524EAE8029DE}"/>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3686" t="91359"/>
          <a:stretch/>
        </p:blipFill>
        <p:spPr>
          <a:xfrm>
            <a:off x="3345279" y="-146107"/>
            <a:ext cx="9165376" cy="588908"/>
          </a:xfrm>
          <a:prstGeom prst="rect">
            <a:avLst/>
          </a:prstGeom>
        </p:spPr>
      </p:pic>
      <p:pic>
        <p:nvPicPr>
          <p:cNvPr id="13" name="Picture 12" descr="Text&#10;&#10;Description automatically generated">
            <a:extLst>
              <a:ext uri="{FF2B5EF4-FFF2-40B4-BE49-F238E27FC236}">
                <a16:creationId xmlns:a16="http://schemas.microsoft.com/office/drawing/2014/main" id="{D34532DB-6542-469D-96AE-BF31669C76A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368110" y="6122505"/>
            <a:ext cx="1568969" cy="532143"/>
          </a:xfrm>
          <a:prstGeom prst="rect">
            <a:avLst/>
          </a:prstGeom>
        </p:spPr>
      </p:pic>
      <p:sp>
        <p:nvSpPr>
          <p:cNvPr id="11" name="Slide Number Placeholder 3">
            <a:extLst>
              <a:ext uri="{FF2B5EF4-FFF2-40B4-BE49-F238E27FC236}">
                <a16:creationId xmlns:a16="http://schemas.microsoft.com/office/drawing/2014/main" id="{6E1A9FFB-E41A-4B0F-9B47-B5A23599B241}"/>
              </a:ext>
            </a:extLst>
          </p:cNvPr>
          <p:cNvSpPr>
            <a:spLocks noGrp="1"/>
          </p:cNvSpPr>
          <p:nvPr>
            <p:ph type="sldNum" sz="quarter" idx="12"/>
          </p:nvPr>
        </p:nvSpPr>
        <p:spPr>
          <a:xfrm>
            <a:off x="4724400" y="6356350"/>
            <a:ext cx="2743200" cy="365125"/>
          </a:xfrm>
        </p:spPr>
        <p:txBody>
          <a:bodyPr/>
          <a:lstStyle>
            <a:lvl1pPr>
              <a:defRPr>
                <a:solidFill>
                  <a:schemeClr val="bg1"/>
                </a:solidFill>
              </a:defRPr>
            </a:lvl1pPr>
          </a:lstStyle>
          <a:p>
            <a:fld id="{B5D8CEE8-68BA-493D-A9B0-0387ED15E64E}" type="slidenum">
              <a:rPr lang="en-GB" smtClean="0"/>
              <a:pPr/>
              <a:t>‹#›</a:t>
            </a:fld>
            <a:endParaRPr lang="en-GB"/>
          </a:p>
        </p:txBody>
      </p:sp>
      <p:pic>
        <p:nvPicPr>
          <p:cNvPr id="12" name="Picture 11" descr="Text&#10;&#10;Description automatically generated with medium confidence">
            <a:extLst>
              <a:ext uri="{FF2B5EF4-FFF2-40B4-BE49-F238E27FC236}">
                <a16:creationId xmlns:a16="http://schemas.microsoft.com/office/drawing/2014/main" id="{92B2FAF8-5A55-44EA-9B60-4A6778E18832}"/>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r="55347" b="26142"/>
          <a:stretch/>
        </p:blipFill>
        <p:spPr>
          <a:xfrm>
            <a:off x="198750" y="6208203"/>
            <a:ext cx="1223558" cy="513272"/>
          </a:xfrm>
          <a:prstGeom prst="rect">
            <a:avLst/>
          </a:prstGeom>
        </p:spPr>
      </p:pic>
      <p:sp>
        <p:nvSpPr>
          <p:cNvPr id="10" name="Title 1">
            <a:extLst>
              <a:ext uri="{FF2B5EF4-FFF2-40B4-BE49-F238E27FC236}">
                <a16:creationId xmlns:a16="http://schemas.microsoft.com/office/drawing/2014/main" id="{F24DC055-16B5-4CB6-BA19-D5378EA9F389}"/>
              </a:ext>
            </a:extLst>
          </p:cNvPr>
          <p:cNvSpPr>
            <a:spLocks noGrp="1"/>
          </p:cNvSpPr>
          <p:nvPr>
            <p:ph type="title"/>
          </p:nvPr>
        </p:nvSpPr>
        <p:spPr>
          <a:xfrm>
            <a:off x="1123954" y="132667"/>
            <a:ext cx="4396629" cy="508424"/>
          </a:xfrm>
          <a:solidFill>
            <a:schemeClr val="bg1"/>
          </a:solidFill>
        </p:spPr>
        <p:txBody>
          <a:bodyPr>
            <a:normAutofit/>
          </a:bodyPr>
          <a:lstStyle>
            <a:lvl1pPr algn="ctr">
              <a:defRPr sz="2400"/>
            </a:lvl1pPr>
          </a:lstStyle>
          <a:p>
            <a:r>
              <a:rPr lang="en-US"/>
              <a:t>Click to edit Master title style</a:t>
            </a:r>
            <a:endParaRPr lang="en-GB"/>
          </a:p>
        </p:txBody>
      </p:sp>
    </p:spTree>
    <p:extLst>
      <p:ext uri="{BB962C8B-B14F-4D97-AF65-F5344CB8AC3E}">
        <p14:creationId xmlns:p14="http://schemas.microsoft.com/office/powerpoint/2010/main" val="29678455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TI Border v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44CF0CA-3830-4D2A-8AEA-767F566A7BE2}"/>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a:extLst>
              <a:ext uri="{FF2B5EF4-FFF2-40B4-BE49-F238E27FC236}">
                <a16:creationId xmlns:a16="http://schemas.microsoft.com/office/drawing/2014/main" id="{5FDCA82B-CB34-4403-8464-021DA2C4C5D3}"/>
              </a:ext>
            </a:extLst>
          </p:cNvPr>
          <p:cNvSpPr/>
          <p:nvPr userDrawn="1"/>
        </p:nvSpPr>
        <p:spPr>
          <a:xfrm>
            <a:off x="0" y="6139583"/>
            <a:ext cx="2633870" cy="718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pic>
        <p:nvPicPr>
          <p:cNvPr id="6" name="Graphic 5">
            <a:extLst>
              <a:ext uri="{FF2B5EF4-FFF2-40B4-BE49-F238E27FC236}">
                <a16:creationId xmlns:a16="http://schemas.microsoft.com/office/drawing/2014/main" id="{8C983119-A35A-456B-AC99-E510D9B7DEED}"/>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1" r="93100" b="9260"/>
          <a:stretch/>
        </p:blipFill>
        <p:spPr>
          <a:xfrm>
            <a:off x="399010" y="171901"/>
            <a:ext cx="823039" cy="6184449"/>
          </a:xfrm>
          <a:prstGeom prst="rect">
            <a:avLst/>
          </a:prstGeom>
        </p:spPr>
      </p:pic>
      <p:pic>
        <p:nvPicPr>
          <p:cNvPr id="8" name="Graphic 7">
            <a:extLst>
              <a:ext uri="{FF2B5EF4-FFF2-40B4-BE49-F238E27FC236}">
                <a16:creationId xmlns:a16="http://schemas.microsoft.com/office/drawing/2014/main" id="{A389BF9B-3DC6-477C-BB75-03102A36C68A}"/>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3686" t="91359"/>
          <a:stretch/>
        </p:blipFill>
        <p:spPr>
          <a:xfrm>
            <a:off x="3345279" y="-146107"/>
            <a:ext cx="9165376" cy="588908"/>
          </a:xfrm>
          <a:prstGeom prst="rect">
            <a:avLst/>
          </a:prstGeom>
        </p:spPr>
      </p:pic>
      <p:pic>
        <p:nvPicPr>
          <p:cNvPr id="9" name="Picture 8" descr="Text&#10;&#10;Description automatically generated">
            <a:extLst>
              <a:ext uri="{FF2B5EF4-FFF2-40B4-BE49-F238E27FC236}">
                <a16:creationId xmlns:a16="http://schemas.microsoft.com/office/drawing/2014/main" id="{F77B81E4-97A0-497B-A2BC-E278DFB612C4}"/>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r="55347" b="26027"/>
          <a:stretch/>
        </p:blipFill>
        <p:spPr>
          <a:xfrm>
            <a:off x="198750" y="6207402"/>
            <a:ext cx="1223558" cy="514073"/>
          </a:xfrm>
          <a:prstGeom prst="rect">
            <a:avLst/>
          </a:prstGeom>
        </p:spPr>
      </p:pic>
      <p:sp>
        <p:nvSpPr>
          <p:cNvPr id="11" name="Title 1">
            <a:extLst>
              <a:ext uri="{FF2B5EF4-FFF2-40B4-BE49-F238E27FC236}">
                <a16:creationId xmlns:a16="http://schemas.microsoft.com/office/drawing/2014/main" id="{C961B769-9B18-4203-ADA3-16B4F09134E3}"/>
              </a:ext>
            </a:extLst>
          </p:cNvPr>
          <p:cNvSpPr>
            <a:spLocks noGrp="1"/>
          </p:cNvSpPr>
          <p:nvPr>
            <p:ph type="title"/>
          </p:nvPr>
        </p:nvSpPr>
        <p:spPr>
          <a:xfrm>
            <a:off x="1123954" y="132667"/>
            <a:ext cx="4396629" cy="508424"/>
          </a:xfrm>
          <a:solidFill>
            <a:srgbClr val="002161"/>
          </a:solidFill>
        </p:spPr>
        <p:txBody>
          <a:bodyPr>
            <a:normAutofit/>
          </a:bodyPr>
          <a:lstStyle>
            <a:lvl1pPr algn="ctr">
              <a:defRPr sz="24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64508577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_With Logos">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542283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_With Logos_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0A0A727-5D92-4518-B925-971DBDAC7428}"/>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7492925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730E3CD-70D1-4C69-9C77-168FE633FBAC}"/>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1845605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3EAB80-AFE4-42FA-B0B4-0554AE22D8CD}"/>
              </a:ext>
            </a:extLst>
          </p:cNvPr>
          <p:cNvSpPr/>
          <p:nvPr userDrawn="1"/>
        </p:nvSpPr>
        <p:spPr>
          <a:xfrm>
            <a:off x="0" y="0"/>
            <a:ext cx="12192000" cy="6858000"/>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Slide Number Placeholder 3">
            <a:extLst>
              <a:ext uri="{FF2B5EF4-FFF2-40B4-BE49-F238E27FC236}">
                <a16:creationId xmlns:a16="http://schemas.microsoft.com/office/drawing/2014/main" id="{EC76E16E-ECAE-47AD-AC2C-C2F4C80CDD41}"/>
              </a:ext>
            </a:extLst>
          </p:cNvPr>
          <p:cNvSpPr>
            <a:spLocks noGrp="1"/>
          </p:cNvSpPr>
          <p:nvPr>
            <p:ph type="sldNum" sz="quarter" idx="12"/>
          </p:nvPr>
        </p:nvSpPr>
        <p:spPr/>
        <p:txBody>
          <a:bodyPr/>
          <a:lstStyle>
            <a:lvl1pPr>
              <a:defRPr>
                <a:solidFill>
                  <a:schemeClr val="bg1"/>
                </a:solidFill>
              </a:defRPr>
            </a:lvl1pPr>
          </a:lstStyle>
          <a:p>
            <a:fld id="{B5D8CEE8-68BA-493D-A9B0-0387ED15E64E}" type="slidenum">
              <a:rPr lang="en-GB" smtClean="0"/>
              <a:pPr/>
              <a:t>‹#›</a:t>
            </a:fld>
            <a:endParaRPr lang="en-GB"/>
          </a:p>
        </p:txBody>
      </p:sp>
    </p:spTree>
    <p:extLst>
      <p:ext uri="{BB962C8B-B14F-4D97-AF65-F5344CB8AC3E}">
        <p14:creationId xmlns:p14="http://schemas.microsoft.com/office/powerpoint/2010/main" val="68369626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1153006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2C9EAFD-F666-401F-968B-9591351CCE1D}"/>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3C7F24CD-2382-4F06-8F30-5795F776DA88}"/>
              </a:ext>
            </a:extLst>
          </p:cNvPr>
          <p:cNvSpPr>
            <a:spLocks noGrp="1"/>
          </p:cNvSpPr>
          <p:nvPr>
            <p:ph type="title"/>
          </p:nvPr>
        </p:nvSpPr>
        <p:spPr>
          <a:xfrm>
            <a:off x="839788" y="166253"/>
            <a:ext cx="3932237" cy="1600200"/>
          </a:xfrm>
        </p:spPr>
        <p:txBody>
          <a:bodyPr anchor="b"/>
          <a:lstStyle>
            <a:lvl1pPr>
              <a:defRPr sz="3200">
                <a:solidFill>
                  <a:schemeClr val="bg1"/>
                </a:solidFill>
              </a:defRPr>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E0122E97-AB26-4243-A5A1-24AEDFD1EAC3}"/>
              </a:ext>
            </a:extLst>
          </p:cNvPr>
          <p:cNvSpPr>
            <a:spLocks noGrp="1"/>
          </p:cNvSpPr>
          <p:nvPr>
            <p:ph idx="1"/>
          </p:nvPr>
        </p:nvSpPr>
        <p:spPr>
          <a:xfrm>
            <a:off x="5183188" y="696478"/>
            <a:ext cx="6172200" cy="4873625"/>
          </a:xfrm>
        </p:spPr>
        <p:txBody>
          <a:bodyPr>
            <a:normAutofit/>
          </a:bodyPr>
          <a:lstStyle>
            <a:lvl1pPr marL="228600" indent="-228600">
              <a:buFontTx/>
              <a:buBlip>
                <a:blip r:embed="rId2">
                  <a:extLst>
                    <a:ext uri="{96DAC541-7B7A-43D3-8B79-37D633B846F1}">
                      <asvg:svgBlip xmlns:asvg="http://schemas.microsoft.com/office/drawing/2016/SVG/main" r:embed="rId3"/>
                    </a:ext>
                  </a:extLst>
                </a:blip>
              </a:buBlip>
              <a:defRPr sz="1800">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sz="1800">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sz="1800">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sz="1800">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sz="1800">
                <a:solidFill>
                  <a:schemeClr val="bg1"/>
                </a:solidFill>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8690159A-68E2-496F-B2A2-3CACFCF82565}"/>
              </a:ext>
            </a:extLst>
          </p:cNvPr>
          <p:cNvSpPr>
            <a:spLocks noGrp="1"/>
          </p:cNvSpPr>
          <p:nvPr>
            <p:ph type="body" sz="half" idx="2"/>
          </p:nvPr>
        </p:nvSpPr>
        <p:spPr>
          <a:xfrm>
            <a:off x="839788" y="1766453"/>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95BE9DAD-0A8B-4221-A88F-6442BA1F786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1329015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85181184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_Blu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E5E32BC-F94E-4D18-9820-291DD397F0E4}"/>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E9AB1F06-B565-4BD3-840C-48FF653082E7}"/>
              </a:ext>
            </a:extLst>
          </p:cNvPr>
          <p:cNvSpPr>
            <a:spLocks noGrp="1"/>
          </p:cNvSpPr>
          <p:nvPr>
            <p:ph type="title"/>
          </p:nvPr>
        </p:nvSpPr>
        <p:spPr>
          <a:xfrm>
            <a:off x="839788" y="315882"/>
            <a:ext cx="3932237" cy="1325880"/>
          </a:xfrm>
        </p:spPr>
        <p:txBody>
          <a:bodyPr anchor="b"/>
          <a:lstStyle>
            <a:lvl1pPr>
              <a:defRPr sz="3200">
                <a:solidFill>
                  <a:schemeClr val="bg1"/>
                </a:solidFill>
              </a:defRPr>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8570270E-DB9F-4DE7-9AB0-5664955D1767}"/>
              </a:ext>
            </a:extLst>
          </p:cNvPr>
          <p:cNvSpPr>
            <a:spLocks noGrp="1"/>
          </p:cNvSpPr>
          <p:nvPr>
            <p:ph type="pic" idx="1"/>
          </p:nvPr>
        </p:nvSpPr>
        <p:spPr>
          <a:xfrm>
            <a:off x="5183188" y="571787"/>
            <a:ext cx="6172200" cy="4873625"/>
          </a:xfrm>
        </p:spPr>
        <p:txBody>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8E7EDC7-BD72-4320-A72B-02B14DFF36E4}"/>
              </a:ext>
            </a:extLst>
          </p:cNvPr>
          <p:cNvSpPr>
            <a:spLocks noGrp="1"/>
          </p:cNvSpPr>
          <p:nvPr>
            <p:ph type="body" sz="half" idx="2"/>
          </p:nvPr>
        </p:nvSpPr>
        <p:spPr>
          <a:xfrm>
            <a:off x="839788" y="1641762"/>
            <a:ext cx="3932237" cy="3811588"/>
          </a:xfrm>
        </p:spPr>
        <p:txBody>
          <a:bodyPr>
            <a:normAutofit/>
          </a:bodyPr>
          <a:lstStyle>
            <a:lvl1pPr marL="0" indent="0">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FEE2C500-1FC7-4063-9CA1-4A0F2547DEEE}"/>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89567664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4895166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CC0AB6C-2CCC-4163-BB27-CCE3ADD0D603}"/>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D1A74F5D-2719-4563-BBD4-B0744EA58395}"/>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7290E61-87AA-4AE5-86CC-A1696E9DB019}"/>
              </a:ext>
            </a:extLst>
          </p:cNvPr>
          <p:cNvSpPr>
            <a:spLocks noGrp="1"/>
          </p:cNvSpPr>
          <p:nvPr>
            <p:ph type="body" orient="vert" idx="1"/>
          </p:nvPr>
        </p:nvSpPr>
        <p:spPr/>
        <p:txBody>
          <a:bodyPr vert="eaVert"/>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0F451401-849E-413C-82AF-8BECC024C8DF}"/>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5824184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278910843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Vertical Title and Text_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763D8DE-517E-4FA4-8CCE-5080BCEEB93E}"/>
              </a:ext>
            </a:extLst>
          </p:cNvPr>
          <p:cNvSpPr/>
          <p:nvPr userDrawn="1"/>
        </p:nvSpPr>
        <p:spPr>
          <a:xfrm>
            <a:off x="0" y="0"/>
            <a:ext cx="12192000" cy="5993476"/>
          </a:xfrm>
          <a:prstGeom prst="rect">
            <a:avLst/>
          </a:prstGeom>
          <a:solidFill>
            <a:srgbClr val="0021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Vertical Title 1">
            <a:extLst>
              <a:ext uri="{FF2B5EF4-FFF2-40B4-BE49-F238E27FC236}">
                <a16:creationId xmlns:a16="http://schemas.microsoft.com/office/drawing/2014/main" id="{86B7E91D-A3E6-4BAF-B0FC-1B5CFD107E0B}"/>
              </a:ext>
            </a:extLst>
          </p:cNvPr>
          <p:cNvSpPr>
            <a:spLocks noGrp="1"/>
          </p:cNvSpPr>
          <p:nvPr>
            <p:ph type="title" orient="vert"/>
          </p:nvPr>
        </p:nvSpPr>
        <p:spPr>
          <a:xfrm>
            <a:off x="8724900" y="136525"/>
            <a:ext cx="2628900" cy="5732864"/>
          </a:xfrm>
        </p:spPr>
        <p:txBody>
          <a:bodyPr vert="eaVert"/>
          <a:lstStyle>
            <a:lvl1pPr>
              <a:defRPr>
                <a:solidFill>
                  <a:schemeClr val="bg1"/>
                </a:solidFill>
              </a:defRPr>
            </a:lvl1p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4A5EC61-8BC7-4882-99C0-93991D97AAA4}"/>
              </a:ext>
            </a:extLst>
          </p:cNvPr>
          <p:cNvSpPr>
            <a:spLocks noGrp="1"/>
          </p:cNvSpPr>
          <p:nvPr>
            <p:ph type="body" orient="vert" idx="1"/>
          </p:nvPr>
        </p:nvSpPr>
        <p:spPr>
          <a:xfrm>
            <a:off x="838200" y="136525"/>
            <a:ext cx="7734300" cy="5732864"/>
          </a:xfrm>
        </p:spPr>
        <p:txBody>
          <a:bodyPr vert="eaVert"/>
          <a:lstStyle>
            <a:lvl1pPr marL="228600" indent="-228600">
              <a:buFontTx/>
              <a:buBlip>
                <a:blip r:embed="rId2">
                  <a:extLst>
                    <a:ext uri="{96DAC541-7B7A-43D3-8B79-37D633B846F1}">
                      <asvg:svgBlip xmlns:asvg="http://schemas.microsoft.com/office/drawing/2016/SVG/main" r:embed="rId3"/>
                    </a:ext>
                  </a:extLst>
                </a:blip>
              </a:buBlip>
              <a:defRPr>
                <a:solidFill>
                  <a:schemeClr val="bg1"/>
                </a:solidFill>
              </a:defRPr>
            </a:lvl1pPr>
            <a:lvl2pPr marL="685800" indent="-228600">
              <a:buFontTx/>
              <a:buBlip>
                <a:blip r:embed="rId2">
                  <a:extLst>
                    <a:ext uri="{96DAC541-7B7A-43D3-8B79-37D633B846F1}">
                      <asvg:svgBlip xmlns:asvg="http://schemas.microsoft.com/office/drawing/2016/SVG/main" r:embed="rId3"/>
                    </a:ext>
                  </a:extLst>
                </a:blip>
              </a:buBlip>
              <a:defRPr>
                <a:solidFill>
                  <a:schemeClr val="bg1"/>
                </a:solidFill>
              </a:defRPr>
            </a:lvl2pPr>
            <a:lvl3pPr marL="1143000" indent="-228600">
              <a:buFontTx/>
              <a:buBlip>
                <a:blip r:embed="rId2">
                  <a:extLst>
                    <a:ext uri="{96DAC541-7B7A-43D3-8B79-37D633B846F1}">
                      <asvg:svgBlip xmlns:asvg="http://schemas.microsoft.com/office/drawing/2016/SVG/main" r:embed="rId3"/>
                    </a:ext>
                  </a:extLst>
                </a:blip>
              </a:buBlip>
              <a:defRPr>
                <a:solidFill>
                  <a:schemeClr val="bg1"/>
                </a:solidFill>
              </a:defRPr>
            </a:lvl3pPr>
            <a:lvl4pPr marL="1600200" indent="-228600">
              <a:buFontTx/>
              <a:buBlip>
                <a:blip r:embed="rId2">
                  <a:extLst>
                    <a:ext uri="{96DAC541-7B7A-43D3-8B79-37D633B846F1}">
                      <asvg:svgBlip xmlns:asvg="http://schemas.microsoft.com/office/drawing/2016/SVG/main" r:embed="rId3"/>
                    </a:ext>
                  </a:extLst>
                </a:blip>
              </a:buBlip>
              <a:defRPr>
                <a:solidFill>
                  <a:schemeClr val="bg1"/>
                </a:solidFill>
              </a:defRPr>
            </a:lvl4pPr>
            <a:lvl5pPr marL="2057400" indent="-228600">
              <a:buFontTx/>
              <a:buBlip>
                <a:blip r:embed="rId2">
                  <a:extLst>
                    <a:ext uri="{96DAC541-7B7A-43D3-8B79-37D633B846F1}">
                      <asvg:svgBlip xmlns:asvg="http://schemas.microsoft.com/office/drawing/2016/SVG/main" r:embed="rId3"/>
                    </a:ext>
                  </a:extLst>
                </a:blip>
              </a:buBlip>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516E89E2-C8B1-4305-BA41-D3823F9B566A}"/>
              </a:ext>
            </a:extLst>
          </p:cNvPr>
          <p:cNvSpPr>
            <a:spLocks noGrp="1"/>
          </p:cNvSpPr>
          <p:nvPr>
            <p:ph type="sldNum" sz="quarter" idx="12"/>
          </p:nvPr>
        </p:nvSpPr>
        <p:spPr/>
        <p:txBody>
          <a:bodyPr/>
          <a:lstStyle/>
          <a:p>
            <a:fld id="{B5D8CEE8-68BA-493D-A9B0-0387ED15E64E}" type="slidenum">
              <a:rPr lang="en-GB" smtClean="0"/>
              <a:t>‹#›</a:t>
            </a:fld>
            <a:endParaRPr lang="en-GB"/>
          </a:p>
        </p:txBody>
      </p:sp>
    </p:spTree>
    <p:extLst>
      <p:ext uri="{BB962C8B-B14F-4D97-AF65-F5344CB8AC3E}">
        <p14:creationId xmlns:p14="http://schemas.microsoft.com/office/powerpoint/2010/main" val="310327735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theme" Target="../theme/theme1.xml"/><Relationship Id="rId44" Type="http://schemas.openxmlformats.org/officeDocument/2006/relationships/image" Target="../media/image1.png"/><Relationship Id="rId45" Type="http://schemas.openxmlformats.org/officeDocument/2006/relationships/image" Target="../media/image2.png"/><Relationship Id="rId46"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E79FB-2F8C-48E9-990A-13A4005A3795}"/>
              </a:ext>
            </a:extLst>
          </p:cNvPr>
          <p:cNvSpPr>
            <a:spLocks noGrp="1"/>
          </p:cNvSpPr>
          <p:nvPr>
            <p:ph type="title"/>
          </p:nvPr>
        </p:nvSpPr>
        <p:spPr>
          <a:xfrm>
            <a:off x="665019" y="300682"/>
            <a:ext cx="10831484" cy="1172892"/>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DA6897A-9DCA-4AB4-8D3D-0B57DD331FF7}"/>
              </a:ext>
            </a:extLst>
          </p:cNvPr>
          <p:cNvSpPr>
            <a:spLocks noGrp="1"/>
          </p:cNvSpPr>
          <p:nvPr>
            <p:ph type="body" idx="1"/>
          </p:nvPr>
        </p:nvSpPr>
        <p:spPr>
          <a:xfrm>
            <a:off x="665018" y="1608511"/>
            <a:ext cx="10831485" cy="412335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08F2008-2B04-4F58-91D1-E1718EE0428C}"/>
              </a:ext>
            </a:extLst>
          </p:cNvPr>
          <p:cNvSpPr>
            <a:spLocks noGrp="1"/>
          </p:cNvSpPr>
          <p:nvPr>
            <p:ph type="sldNum" sz="quarter" idx="4"/>
          </p:nvPr>
        </p:nvSpPr>
        <p:spPr>
          <a:xfrm>
            <a:off x="5137266" y="6356350"/>
            <a:ext cx="191746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09C39145-C6AC-4BA0-B78E-33298A8EE977}" type="slidenum">
              <a:rPr lang="en-GB" smtClean="0"/>
              <a:pPr/>
              <a:t>‹#›</a:t>
            </a:fld>
            <a:endParaRPr lang="en-GB"/>
          </a:p>
        </p:txBody>
      </p:sp>
      <p:pic>
        <p:nvPicPr>
          <p:cNvPr id="8" name="Picture 7" descr="Text&#10;&#10;Description automatically generated with medium confidence">
            <a:extLst>
              <a:ext uri="{FF2B5EF4-FFF2-40B4-BE49-F238E27FC236}">
                <a16:creationId xmlns:a16="http://schemas.microsoft.com/office/drawing/2014/main" id="{11501ED8-EFCE-4C87-B955-CFF11524A643}"/>
              </a:ext>
            </a:extLst>
          </p:cNvPr>
          <p:cNvPicPr>
            <a:picLocks noChangeAspect="1"/>
          </p:cNvPicPr>
          <p:nvPr userDrawn="1"/>
        </p:nvPicPr>
        <p:blipFill>
          <a:blip r:embed="rId44" cstate="print">
            <a:extLst>
              <a:ext uri="{28A0092B-C50C-407E-A947-70E740481C1C}">
                <a14:useLocalDpi xmlns:a14="http://schemas.microsoft.com/office/drawing/2010/main" val="0"/>
              </a:ext>
            </a:extLst>
          </a:blip>
          <a:stretch>
            <a:fillRect/>
          </a:stretch>
        </p:blipFill>
        <p:spPr>
          <a:xfrm>
            <a:off x="10407539" y="6143169"/>
            <a:ext cx="1562793" cy="530047"/>
          </a:xfrm>
          <a:prstGeom prst="rect">
            <a:avLst/>
          </a:prstGeom>
        </p:spPr>
      </p:pic>
      <p:pic>
        <p:nvPicPr>
          <p:cNvPr id="10" name="Picture 9" descr="Text&#10;&#10;Description automatically generated">
            <a:extLst>
              <a:ext uri="{FF2B5EF4-FFF2-40B4-BE49-F238E27FC236}">
                <a16:creationId xmlns:a16="http://schemas.microsoft.com/office/drawing/2014/main" id="{1C75DFB3-D7B2-43C5-B305-9ED642CD94D9}"/>
              </a:ext>
            </a:extLst>
          </p:cNvPr>
          <p:cNvPicPr>
            <a:picLocks noChangeAspect="1"/>
          </p:cNvPicPr>
          <p:nvPr userDrawn="1"/>
        </p:nvPicPr>
        <p:blipFill>
          <a:blip r:embed="rId45" cstate="print">
            <a:extLst>
              <a:ext uri="{28A0092B-C50C-407E-A947-70E740481C1C}">
                <a14:useLocalDpi xmlns:a14="http://schemas.microsoft.com/office/drawing/2010/main" val="0"/>
              </a:ext>
            </a:extLst>
          </a:blip>
          <a:stretch>
            <a:fillRect/>
          </a:stretch>
        </p:blipFill>
        <p:spPr>
          <a:xfrm>
            <a:off x="221668" y="6164429"/>
            <a:ext cx="2006140" cy="508787"/>
          </a:xfrm>
          <a:prstGeom prst="rect">
            <a:avLst/>
          </a:prstGeom>
        </p:spPr>
      </p:pic>
      <p:cxnSp>
        <p:nvCxnSpPr>
          <p:cNvPr id="5" name="Straight Connector 4">
            <a:extLst>
              <a:ext uri="{FF2B5EF4-FFF2-40B4-BE49-F238E27FC236}">
                <a16:creationId xmlns:a16="http://schemas.microsoft.com/office/drawing/2014/main" id="{65C7C406-AA6F-47DB-82CD-3BD2D9AF8CB0}"/>
              </a:ext>
            </a:extLst>
          </p:cNvPr>
          <p:cNvCxnSpPr/>
          <p:nvPr userDrawn="1"/>
        </p:nvCxnSpPr>
        <p:spPr>
          <a:xfrm>
            <a:off x="0" y="5960225"/>
            <a:ext cx="12192000" cy="0"/>
          </a:xfrm>
          <a:prstGeom prst="line">
            <a:avLst/>
          </a:prstGeom>
          <a:ln w="12700">
            <a:solidFill>
              <a:srgbClr val="00216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3179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Lst>
  <p:hf hdr="0" ftr="0" dt="0"/>
  <p:txStyles>
    <p:titleStyle>
      <a:lvl1pPr algn="l" defTabSz="914400" rtl="0" eaLnBrk="1" latinLnBrk="0" hangingPunct="1">
        <a:lnSpc>
          <a:spcPct val="90000"/>
        </a:lnSpc>
        <a:spcBef>
          <a:spcPct val="0"/>
        </a:spcBef>
        <a:buNone/>
        <a:defRPr sz="3200" b="1" kern="1200">
          <a:solidFill>
            <a:srgbClr val="012467"/>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46"/>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3.png"/><Relationship Id="rId3" Type="http://schemas.openxmlformats.org/officeDocument/2006/relationships/image" Target="../media/image27.png"/><Relationship Id="rId4" Type="http://schemas.openxmlformats.org/officeDocument/2006/relationships/image" Target="../media/image28.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image" Target="../media/image31.png"/><Relationship Id="rId8" Type="http://schemas.openxmlformats.org/officeDocument/2006/relationships/image" Target="../media/image3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35435-1877-4AC5-B689-C33B86FF2CC8}"/>
              </a:ext>
            </a:extLst>
          </p:cNvPr>
          <p:cNvSpPr>
            <a:spLocks noGrp="1"/>
          </p:cNvSpPr>
          <p:nvPr>
            <p:ph type="ctrTitle"/>
          </p:nvPr>
        </p:nvSpPr>
        <p:spPr>
          <a:xfrm>
            <a:off x="523875" y="2428674"/>
            <a:ext cx="11144250" cy="1838526"/>
          </a:xfrm>
        </p:spPr>
        <p:txBody>
          <a:bodyPr/>
          <a:lstStyle/>
          <a:p>
            <a:r>
              <a:rPr lang="en-GB" i="0">
                <a:latin typeface="Arial"/>
                <a:cs typeface="Arial"/>
              </a:rPr>
              <a:t>Discharge Flow Programme Mobilisation Document</a:t>
            </a:r>
          </a:p>
        </p:txBody>
      </p:sp>
      <p:sp>
        <p:nvSpPr>
          <p:cNvPr id="3" name="Subtitle 2">
            <a:extLst>
              <a:ext uri="{FF2B5EF4-FFF2-40B4-BE49-F238E27FC236}">
                <a16:creationId xmlns:a16="http://schemas.microsoft.com/office/drawing/2014/main" id="{357712D2-447D-47C9-93C1-06A318021EA7}"/>
              </a:ext>
            </a:extLst>
          </p:cNvPr>
          <p:cNvSpPr>
            <a:spLocks noGrp="1"/>
          </p:cNvSpPr>
          <p:nvPr>
            <p:ph type="subTitle" idx="1"/>
          </p:nvPr>
        </p:nvSpPr>
        <p:spPr>
          <a:xfrm>
            <a:off x="1524000" y="4716060"/>
            <a:ext cx="9144000" cy="1655762"/>
          </a:xfrm>
        </p:spPr>
        <p:txBody>
          <a:bodyPr vert="horz" lIns="91440" tIns="45720" rIns="91440" bIns="45720" rtlCol="0" anchor="t">
            <a:normAutofit/>
          </a:bodyPr>
          <a:lstStyle/>
          <a:p>
            <a:r>
              <a:rPr lang="en-GB" i="0">
                <a:latin typeface="Arial"/>
                <a:cs typeface="Arial"/>
              </a:rPr>
              <a:t>2 February 2026</a:t>
            </a:r>
          </a:p>
        </p:txBody>
      </p:sp>
      <p:sp>
        <p:nvSpPr>
          <p:cNvPr id="4" name="TextBox 3">
            <a:extLst>
              <a:ext uri="{FF2B5EF4-FFF2-40B4-BE49-F238E27FC236}">
                <a16:creationId xmlns:a16="http://schemas.microsoft.com/office/drawing/2014/main" id="{B1F0782B-E101-46A0-9C65-48EF3377FD34}"/>
              </a:ext>
            </a:extLst>
          </p:cNvPr>
          <p:cNvSpPr txBox="1"/>
          <p:nvPr/>
        </p:nvSpPr>
        <p:spPr>
          <a:xfrm>
            <a:off x="4997115" y="28994"/>
            <a:ext cx="2197769" cy="215444"/>
          </a:xfrm>
          <a:prstGeom prst="rect">
            <a:avLst/>
          </a:prstGeom>
          <a:noFill/>
        </p:spPr>
        <p:txBody>
          <a:bodyPr wrap="square" lIns="91440" tIns="45720" rIns="91440" bIns="45720" rtlCol="0" anchor="t">
            <a:spAutoFit/>
          </a:bodyPr>
          <a:lstStyle/>
          <a:p>
            <a:pPr algn="ctr"/>
            <a:r>
              <a:rPr lang="en-GB" sz="800" dirty="0">
                <a:solidFill>
                  <a:srgbClr val="FF0000"/>
                </a:solidFill>
                <a:latin typeface="Arial"/>
                <a:cs typeface="Calibri"/>
              </a:rPr>
              <a:t>V1 October 2022</a:t>
            </a:r>
            <a:endParaRPr lang="en-GB" sz="800">
              <a:solidFill>
                <a:srgbClr val="FF0000"/>
              </a:solidFill>
              <a:latin typeface="Arial"/>
              <a:cs typeface="Arial"/>
            </a:endParaRPr>
          </a:p>
        </p:txBody>
      </p:sp>
    </p:spTree>
    <p:extLst>
      <p:ext uri="{BB962C8B-B14F-4D97-AF65-F5344CB8AC3E}">
        <p14:creationId xmlns:p14="http://schemas.microsoft.com/office/powerpoint/2010/main" val="1926244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83D2-7989-4E24-91D9-8E81284196A9}"/>
              </a:ext>
            </a:extLst>
          </p:cNvPr>
          <p:cNvSpPr>
            <a:spLocks noGrp="1"/>
          </p:cNvSpPr>
          <p:nvPr>
            <p:ph type="title"/>
          </p:nvPr>
        </p:nvSpPr>
        <p:spPr>
          <a:xfrm>
            <a:off x="665019" y="300682"/>
            <a:ext cx="10831484" cy="1061953"/>
          </a:xfrm>
        </p:spPr>
        <p:txBody>
          <a:bodyPr>
            <a:normAutofit/>
          </a:bodyPr>
          <a:lstStyle/>
          <a:p>
            <a:r>
              <a:rPr lang="en-GB" sz="2800" dirty="0"/>
              <a:t>Setting up the Programme for Success</a:t>
            </a:r>
          </a:p>
        </p:txBody>
      </p:sp>
      <p:sp>
        <p:nvSpPr>
          <p:cNvPr id="4" name="Slide Number Placeholder 3">
            <a:extLst>
              <a:ext uri="{FF2B5EF4-FFF2-40B4-BE49-F238E27FC236}">
                <a16:creationId xmlns:a16="http://schemas.microsoft.com/office/drawing/2014/main" id="{87EA5770-A157-420E-A091-036BCBDC0204}"/>
              </a:ext>
            </a:extLst>
          </p:cNvPr>
          <p:cNvSpPr>
            <a:spLocks noGrp="1"/>
          </p:cNvSpPr>
          <p:nvPr>
            <p:ph type="sldNum" sz="quarter" idx="12"/>
          </p:nvPr>
        </p:nvSpPr>
        <p:spPr/>
        <p:txBody>
          <a:bodyPr/>
          <a:lstStyle/>
          <a:p>
            <a:fld id="{B5D8CEE8-68BA-493D-A9B0-0387ED15E64E}" type="slidenum">
              <a:rPr lang="en-GB" smtClean="0"/>
              <a:t>2</a:t>
            </a:fld>
            <a:endParaRPr lang="en-GB"/>
          </a:p>
        </p:txBody>
      </p:sp>
      <p:sp>
        <p:nvSpPr>
          <p:cNvPr id="6" name="Text Placeholder 7">
            <a:extLst>
              <a:ext uri="{FF2B5EF4-FFF2-40B4-BE49-F238E27FC236}">
                <a16:creationId xmlns:a16="http://schemas.microsoft.com/office/drawing/2014/main" id="{062810CC-4112-4DE0-A1C6-8E65603F0ADD}"/>
              </a:ext>
            </a:extLst>
          </p:cNvPr>
          <p:cNvSpPr txBox="1">
            <a:spLocks/>
          </p:cNvSpPr>
          <p:nvPr/>
        </p:nvSpPr>
        <p:spPr>
          <a:xfrm>
            <a:off x="695497" y="1118963"/>
            <a:ext cx="10976370" cy="302052"/>
          </a:xfrm>
          <a:prstGeom prst="rect">
            <a:avLst/>
          </a:prstGeom>
        </p:spPr>
        <p:txBody>
          <a:bodyPr/>
          <a:lstStyle>
            <a:lvl1pPr marL="228600" indent="-228600" algn="l" defTabSz="914400" rtl="0" eaLnBrk="1" latinLnBrk="0" hangingPunct="1">
              <a:lnSpc>
                <a:spcPct val="90000"/>
              </a:lnSpc>
              <a:spcBef>
                <a:spcPts val="10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A strong team delivers successful outcomes for the Trust and enables each member of the team to develop their own personal capability. </a:t>
            </a:r>
          </a:p>
        </p:txBody>
      </p:sp>
      <p:sp>
        <p:nvSpPr>
          <p:cNvPr id="11" name="TextBox 10">
            <a:extLst>
              <a:ext uri="{FF2B5EF4-FFF2-40B4-BE49-F238E27FC236}">
                <a16:creationId xmlns:a16="http://schemas.microsoft.com/office/drawing/2014/main" id="{1CB13108-B76F-4629-8236-BE138CF5450B}"/>
              </a:ext>
            </a:extLst>
          </p:cNvPr>
          <p:cNvSpPr txBox="1"/>
          <p:nvPr/>
        </p:nvSpPr>
        <p:spPr>
          <a:xfrm>
            <a:off x="4506867" y="2424974"/>
            <a:ext cx="2547868" cy="430887"/>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2"/>
                </a:solidFill>
                <a:effectLst/>
                <a:uLnTx/>
                <a:uFillTx/>
                <a:latin typeface="Arial" panose="020B0604020202020204"/>
                <a:ea typeface="+mn-ea"/>
                <a:cs typeface="+mn-cs"/>
              </a:rPr>
              <a:t>Cohesive teams deliver the best outcomes </a:t>
            </a:r>
          </a:p>
        </p:txBody>
      </p:sp>
      <p:sp>
        <p:nvSpPr>
          <p:cNvPr id="12" name="TextBox 11">
            <a:extLst>
              <a:ext uri="{FF2B5EF4-FFF2-40B4-BE49-F238E27FC236}">
                <a16:creationId xmlns:a16="http://schemas.microsoft.com/office/drawing/2014/main" id="{93E7BB50-65E8-4571-8221-1C571DF8E8F4}"/>
              </a:ext>
            </a:extLst>
          </p:cNvPr>
          <p:cNvSpPr txBox="1"/>
          <p:nvPr/>
        </p:nvSpPr>
        <p:spPr>
          <a:xfrm>
            <a:off x="1620053" y="2424974"/>
            <a:ext cx="2547868" cy="861774"/>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2"/>
                </a:solidFill>
                <a:effectLst/>
                <a:uLnTx/>
                <a:uFillTx/>
                <a:latin typeface="Arial" panose="020B0604020202020204"/>
                <a:ea typeface="+mn-ea"/>
                <a:cs typeface="+mn-cs"/>
              </a:rPr>
              <a:t>Enables the team to identify strengths and facilitates  support to address developmental areas </a:t>
            </a:r>
          </a:p>
        </p:txBody>
      </p:sp>
      <p:sp>
        <p:nvSpPr>
          <p:cNvPr id="13" name="TextBox 12">
            <a:extLst>
              <a:ext uri="{FF2B5EF4-FFF2-40B4-BE49-F238E27FC236}">
                <a16:creationId xmlns:a16="http://schemas.microsoft.com/office/drawing/2014/main" id="{BBC9B553-AC30-40F7-A1B2-5D8D2A0F6F4E}"/>
              </a:ext>
            </a:extLst>
          </p:cNvPr>
          <p:cNvSpPr txBox="1"/>
          <p:nvPr/>
        </p:nvSpPr>
        <p:spPr>
          <a:xfrm>
            <a:off x="7411162" y="2433264"/>
            <a:ext cx="2547868" cy="646331"/>
          </a:xfrm>
          <a:prstGeom prst="rect">
            <a:avLst/>
          </a:prstGeom>
          <a:noFill/>
        </p:spPr>
        <p:txBody>
          <a:bodyPr wrap="squar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chemeClr val="tx2"/>
                </a:solidFill>
                <a:effectLst/>
                <a:uLnTx/>
                <a:uFillTx/>
                <a:latin typeface="Arial" panose="020B0604020202020204"/>
                <a:ea typeface="+mn-ea"/>
                <a:cs typeface="+mn-cs"/>
              </a:rPr>
              <a:t>Encourages real time problem solving and agile ways of working </a:t>
            </a:r>
          </a:p>
        </p:txBody>
      </p:sp>
      <p:pic>
        <p:nvPicPr>
          <p:cNvPr id="14" name="Graphic 13" descr="Research">
            <a:extLst>
              <a:ext uri="{FF2B5EF4-FFF2-40B4-BE49-F238E27FC236}">
                <a16:creationId xmlns:a16="http://schemas.microsoft.com/office/drawing/2014/main" id="{389AC7DB-392D-4E39-8AAB-31068A52A438}"/>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2533987" y="1654884"/>
            <a:ext cx="720000" cy="720000"/>
          </a:xfrm>
          <a:prstGeom prst="rect">
            <a:avLst/>
          </a:prstGeom>
        </p:spPr>
      </p:pic>
      <p:pic>
        <p:nvPicPr>
          <p:cNvPr id="15" name="Graphic 14" descr="Rocket">
            <a:extLst>
              <a:ext uri="{FF2B5EF4-FFF2-40B4-BE49-F238E27FC236}">
                <a16:creationId xmlns:a16="http://schemas.microsoft.com/office/drawing/2014/main" id="{C26794BB-31F5-4119-B51D-C8F3F834C205}"/>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8330923" y="1654884"/>
            <a:ext cx="720000" cy="720000"/>
          </a:xfrm>
          <a:prstGeom prst="rect">
            <a:avLst/>
          </a:prstGeom>
        </p:spPr>
      </p:pic>
      <p:pic>
        <p:nvPicPr>
          <p:cNvPr id="17" name="Graphic 16" descr="Group brainstorm with solid fill">
            <a:extLst>
              <a:ext uri="{FF2B5EF4-FFF2-40B4-BE49-F238E27FC236}">
                <a16:creationId xmlns:a16="http://schemas.microsoft.com/office/drawing/2014/main" id="{F537C250-D475-4A3E-9864-676E1721EE0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53778" y="1542839"/>
            <a:ext cx="914400" cy="914400"/>
          </a:xfrm>
          <a:prstGeom prst="rect">
            <a:avLst/>
          </a:prstGeom>
        </p:spPr>
      </p:pic>
      <p:sp>
        <p:nvSpPr>
          <p:cNvPr id="18" name="Text Placeholder 7">
            <a:extLst>
              <a:ext uri="{FF2B5EF4-FFF2-40B4-BE49-F238E27FC236}">
                <a16:creationId xmlns:a16="http://schemas.microsoft.com/office/drawing/2014/main" id="{65476FA3-ACAB-497E-BA7C-12F751350B16}"/>
              </a:ext>
            </a:extLst>
          </p:cNvPr>
          <p:cNvSpPr txBox="1">
            <a:spLocks/>
          </p:cNvSpPr>
          <p:nvPr/>
        </p:nvSpPr>
        <p:spPr>
          <a:xfrm>
            <a:off x="665019" y="3709322"/>
            <a:ext cx="10976370" cy="302052"/>
          </a:xfrm>
          <a:prstGeom prst="rect">
            <a:avLst/>
          </a:prstGeom>
        </p:spPr>
        <p:txBody>
          <a:bodyPr/>
          <a:lstStyle>
            <a:lvl1pPr marL="228600" indent="-228600" algn="l" defTabSz="914400" rtl="0" eaLnBrk="1" latinLnBrk="0" hangingPunct="1">
              <a:lnSpc>
                <a:spcPct val="90000"/>
              </a:lnSpc>
              <a:spcBef>
                <a:spcPts val="10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Tx/>
              <a:buBlip>
                <a:blip r:embed="rId2"/>
              </a:buBlip>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t>To support setting the </a:t>
            </a:r>
            <a:r>
              <a:rPr lang="en-US" sz="1200" dirty="0" err="1"/>
              <a:t>programme</a:t>
            </a:r>
            <a:r>
              <a:rPr lang="en-US" sz="1200" dirty="0"/>
              <a:t> up for success, the </a:t>
            </a:r>
            <a:r>
              <a:rPr lang="en-US" sz="1200" b="1" dirty="0" err="1"/>
              <a:t>Programme</a:t>
            </a:r>
            <a:r>
              <a:rPr lang="en-US" sz="1200" b="1" dirty="0"/>
              <a:t> </a:t>
            </a:r>
            <a:r>
              <a:rPr lang="en-US" sz="1200" b="1" dirty="0" err="1"/>
              <a:t>Mobilisation</a:t>
            </a:r>
            <a:r>
              <a:rPr lang="en-US" sz="1200" b="1" dirty="0"/>
              <a:t> </a:t>
            </a:r>
            <a:r>
              <a:rPr lang="en-US" sz="1200" dirty="0"/>
              <a:t>document includes:</a:t>
            </a:r>
          </a:p>
          <a:p>
            <a:pPr>
              <a:buAutoNum type="arabicParenR"/>
            </a:pPr>
            <a:r>
              <a:rPr lang="en-US" sz="1200" b="1" dirty="0">
                <a:solidFill>
                  <a:srgbClr val="002060"/>
                </a:solidFill>
              </a:rPr>
              <a:t>Intro manual </a:t>
            </a:r>
            <a:r>
              <a:rPr lang="en-US" sz="1200" dirty="0"/>
              <a:t>– a template for individual team members to set out how they like to work, what they want others in the team to know about them, and what they would like to get out of the </a:t>
            </a:r>
            <a:r>
              <a:rPr lang="en-US" sz="1200" dirty="0" err="1"/>
              <a:t>programme</a:t>
            </a:r>
            <a:r>
              <a:rPr lang="en-US" sz="1200" dirty="0"/>
              <a:t>.</a:t>
            </a:r>
          </a:p>
          <a:p>
            <a:pPr>
              <a:buAutoNum type="arabicParenR"/>
            </a:pPr>
            <a:r>
              <a:rPr lang="en-US" sz="1200" b="1" dirty="0">
                <a:solidFill>
                  <a:srgbClr val="002060"/>
                </a:solidFill>
              </a:rPr>
              <a:t>Team charter </a:t>
            </a:r>
            <a:r>
              <a:rPr lang="en-US" sz="1200" dirty="0"/>
              <a:t>– a template for team members to agree objectives and ways of working.</a:t>
            </a:r>
          </a:p>
          <a:p>
            <a:pPr marL="0" indent="0">
              <a:buNone/>
            </a:pPr>
            <a:r>
              <a:rPr lang="en-US" sz="1200" dirty="0"/>
              <a:t>This document should be discussed and completed in a workshop at the beginning of the </a:t>
            </a:r>
            <a:r>
              <a:rPr lang="en-US" sz="1200" dirty="0" err="1"/>
              <a:t>programme</a:t>
            </a:r>
            <a:r>
              <a:rPr lang="en-US" sz="1200" dirty="0"/>
              <a:t>.</a:t>
            </a:r>
          </a:p>
        </p:txBody>
      </p:sp>
      <p:sp>
        <p:nvSpPr>
          <p:cNvPr id="16" name="TextBox 15">
            <a:extLst>
              <a:ext uri="{FF2B5EF4-FFF2-40B4-BE49-F238E27FC236}">
                <a16:creationId xmlns:a16="http://schemas.microsoft.com/office/drawing/2014/main" id="{955EDE10-15E2-4D44-9D5E-C62D81B9B2F2}"/>
              </a:ext>
            </a:extLst>
          </p:cNvPr>
          <p:cNvSpPr txBox="1"/>
          <p:nvPr/>
        </p:nvSpPr>
        <p:spPr>
          <a:xfrm>
            <a:off x="4997115" y="28994"/>
            <a:ext cx="2197769" cy="215444"/>
          </a:xfrm>
          <a:prstGeom prst="rect">
            <a:avLst/>
          </a:prstGeom>
          <a:noFill/>
        </p:spPr>
        <p:txBody>
          <a:bodyPr wrap="square" lIns="91440" tIns="45720" rIns="91440" bIns="45720" rtlCol="0" anchor="t">
            <a:spAutoFit/>
          </a:bodyPr>
          <a:lstStyle/>
          <a:p>
            <a:pPr algn="ctr"/>
            <a:r>
              <a:rPr lang="en-GB" sz="800" dirty="0">
                <a:solidFill>
                  <a:srgbClr val="FF0000"/>
                </a:solidFill>
                <a:latin typeface="Arial"/>
                <a:ea typeface="+mn-lt"/>
                <a:cs typeface="+mn-lt"/>
              </a:rPr>
              <a:t>V1 October 2022</a:t>
            </a:r>
            <a:endParaRPr lang="en-GB" sz="800">
              <a:latin typeface="Arial"/>
              <a:ea typeface="+mn-lt"/>
              <a:cs typeface="+mn-lt"/>
            </a:endParaRPr>
          </a:p>
        </p:txBody>
      </p:sp>
    </p:spTree>
    <p:extLst>
      <p:ext uri="{BB962C8B-B14F-4D97-AF65-F5344CB8AC3E}">
        <p14:creationId xmlns:p14="http://schemas.microsoft.com/office/powerpoint/2010/main" val="145175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83D2-7989-4E24-91D9-8E81284196A9}"/>
              </a:ext>
            </a:extLst>
          </p:cNvPr>
          <p:cNvSpPr>
            <a:spLocks noGrp="1"/>
          </p:cNvSpPr>
          <p:nvPr>
            <p:ph type="title"/>
          </p:nvPr>
        </p:nvSpPr>
        <p:spPr>
          <a:xfrm>
            <a:off x="665019" y="300682"/>
            <a:ext cx="10831484" cy="1061953"/>
          </a:xfrm>
        </p:spPr>
        <p:txBody>
          <a:bodyPr>
            <a:normAutofit/>
          </a:bodyPr>
          <a:lstStyle/>
          <a:p>
            <a:r>
              <a:rPr lang="en-GB" sz="2800" dirty="0"/>
              <a:t>Intro Manual</a:t>
            </a:r>
          </a:p>
        </p:txBody>
      </p:sp>
      <p:sp>
        <p:nvSpPr>
          <p:cNvPr id="4" name="Slide Number Placeholder 3">
            <a:extLst>
              <a:ext uri="{FF2B5EF4-FFF2-40B4-BE49-F238E27FC236}">
                <a16:creationId xmlns:a16="http://schemas.microsoft.com/office/drawing/2014/main" id="{87EA5770-A157-420E-A091-036BCBDC0204}"/>
              </a:ext>
            </a:extLst>
          </p:cNvPr>
          <p:cNvSpPr>
            <a:spLocks noGrp="1"/>
          </p:cNvSpPr>
          <p:nvPr>
            <p:ph type="sldNum" sz="quarter" idx="12"/>
          </p:nvPr>
        </p:nvSpPr>
        <p:spPr/>
        <p:txBody>
          <a:bodyPr/>
          <a:lstStyle/>
          <a:p>
            <a:fld id="{B5D8CEE8-68BA-493D-A9B0-0387ED15E64E}" type="slidenum">
              <a:rPr lang="en-GB" smtClean="0"/>
              <a:t>3</a:t>
            </a:fld>
            <a:endParaRPr lang="en-GB"/>
          </a:p>
        </p:txBody>
      </p:sp>
      <p:sp>
        <p:nvSpPr>
          <p:cNvPr id="3" name="Rectangle 2">
            <a:extLst>
              <a:ext uri="{FF2B5EF4-FFF2-40B4-BE49-F238E27FC236}">
                <a16:creationId xmlns:a16="http://schemas.microsoft.com/office/drawing/2014/main" id="{B1846DAB-5CF7-4EFD-B9B2-6F1BDB82FEF7}"/>
              </a:ext>
            </a:extLst>
          </p:cNvPr>
          <p:cNvSpPr/>
          <p:nvPr/>
        </p:nvSpPr>
        <p:spPr>
          <a:xfrm>
            <a:off x="772998" y="1362635"/>
            <a:ext cx="2017336" cy="17816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i="1">
                <a:solidFill>
                  <a:schemeClr val="tx1"/>
                </a:solidFill>
                <a:latin typeface="Arial" panose="020B0604020202020204" pitchFamily="34" charset="0"/>
                <a:cs typeface="Arial" panose="020B0604020202020204" pitchFamily="34" charset="0"/>
              </a:rPr>
              <a:t>Ward 6 photo (James at the kick-off)</a:t>
            </a:r>
          </a:p>
        </p:txBody>
      </p:sp>
      <p:sp>
        <p:nvSpPr>
          <p:cNvPr id="16" name="Rectangle 15">
            <a:extLst>
              <a:ext uri="{FF2B5EF4-FFF2-40B4-BE49-F238E27FC236}">
                <a16:creationId xmlns:a16="http://schemas.microsoft.com/office/drawing/2014/main" id="{BF53CCE4-AC78-49BE-A1CB-A8F541A9C662}"/>
              </a:ext>
            </a:extLst>
          </p:cNvPr>
          <p:cNvSpPr/>
          <p:nvPr/>
        </p:nvSpPr>
        <p:spPr>
          <a:xfrm>
            <a:off x="678730" y="3221152"/>
            <a:ext cx="2205872" cy="17816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spcAft>
                <a:spcPts val="600"/>
              </a:spcAft>
            </a:pPr>
            <a:r>
              <a:rPr lang="en-GB" sz="1200" b="1" i="0">
                <a:solidFill>
                  <a:schemeClr val="tx1"/>
                </a:solidFill>
                <a:latin typeface="Arial" panose="020B0604020202020204" pitchFamily="34" charset="0"/>
                <a:cs typeface="Arial" panose="020B0604020202020204" pitchFamily="34" charset="0"/>
              </a:rPr>
              <a:t>Name: </a:t>
            </a:r>
            <a:r>
              <a:rPr lang="en-GB" sz="1200" b="0" i="0">
                <a:solidFill>
                  <a:schemeClr val="tx1"/>
                </a:solidFill>
                <a:latin typeface="Arial" panose="020B0604020202020204" pitchFamily="34" charset="0"/>
                <a:cs typeface="Arial" panose="020B0604020202020204" pitchFamily="34" charset="0"/>
              </a:rPr>
              <a:t>James Holloway</a:t>
            </a:r>
          </a:p>
          <a:p>
            <a:pPr>
              <a:spcAft>
                <a:spcPts val="600"/>
              </a:spcAft>
            </a:pPr>
            <a:r>
              <a:rPr lang="en-GB" sz="1200" b="1" i="0">
                <a:solidFill>
                  <a:schemeClr val="tx1"/>
                </a:solidFill>
                <a:latin typeface="Arial" panose="020B0604020202020204" pitchFamily="34" charset="0"/>
                <a:cs typeface="Arial" panose="020B0604020202020204" pitchFamily="34" charset="0"/>
              </a:rPr>
              <a:t>Role: </a:t>
            </a:r>
            <a:r>
              <a:rPr lang="en-GB" sz="1200" b="0" i="0">
                <a:solidFill>
                  <a:schemeClr val="tx1"/>
                </a:solidFill>
                <a:latin typeface="Arial" panose="020B0604020202020204" pitchFamily="34" charset="0"/>
                <a:cs typeface="Arial" panose="020B0604020202020204" pitchFamily="34" charset="0"/>
              </a:rPr>
              <a:t>Programme Manager</a:t>
            </a:r>
          </a:p>
          <a:p>
            <a:pPr>
              <a:spcAft>
                <a:spcPts val="600"/>
              </a:spcAft>
            </a:pPr>
            <a:r>
              <a:rPr lang="en-GB" sz="1200" b="1" i="0">
                <a:solidFill>
                  <a:schemeClr val="tx1"/>
                </a:solidFill>
                <a:latin typeface="Arial" panose="020B0604020202020204" pitchFamily="34" charset="0"/>
                <a:cs typeface="Arial" panose="020B0604020202020204" pitchFamily="34" charset="0"/>
              </a:rPr>
              <a:t>Fun Fact: </a:t>
            </a:r>
            <a:r>
              <a:rPr lang="en-GB" sz="1200" b="0" i="0">
                <a:solidFill>
                  <a:schemeClr val="tx1"/>
                </a:solidFill>
                <a:latin typeface="Arial" panose="020B0604020202020204" pitchFamily="34" charset="0"/>
                <a:cs typeface="Arial" panose="020B0604020202020204" pitchFamily="34" charset="0"/>
              </a:rPr>
              <a:t>Has run the London Marathon dressed as a hospital bed</a:t>
            </a:r>
          </a:p>
          <a:p>
            <a:pPr>
              <a:spcAft>
                <a:spcPts val="600"/>
              </a:spcAft>
            </a:pPr>
            <a:r>
              <a:rPr lang="en-GB" sz="1200" b="1" i="0">
                <a:solidFill>
                  <a:schemeClr val="tx1"/>
                </a:solidFill>
                <a:latin typeface="Arial" panose="020B0604020202020204" pitchFamily="34" charset="0"/>
                <a:cs typeface="Arial" panose="020B0604020202020204" pitchFamily="34" charset="0"/>
              </a:rPr>
              <a:t>Personality Test Results: </a:t>
            </a:r>
            <a:r>
              <a:rPr lang="en-GB" sz="1200" b="0" i="0">
                <a:solidFill>
                  <a:schemeClr val="tx1"/>
                </a:solidFill>
                <a:latin typeface="Arial" panose="020B0604020202020204" pitchFamily="34" charset="0"/>
                <a:cs typeface="Arial" panose="020B0604020202020204" pitchFamily="34" charset="0"/>
              </a:rPr>
              <a:t>Insights: green and blue</a:t>
            </a:r>
          </a:p>
        </p:txBody>
      </p:sp>
      <p:sp>
        <p:nvSpPr>
          <p:cNvPr id="5" name="Rectangle 4">
            <a:extLst>
              <a:ext uri="{FF2B5EF4-FFF2-40B4-BE49-F238E27FC236}">
                <a16:creationId xmlns:a16="http://schemas.microsoft.com/office/drawing/2014/main" id="{8DAD4E5F-F149-42A4-85C4-57BFC7DB46DC}"/>
              </a:ext>
            </a:extLst>
          </p:cNvPr>
          <p:cNvSpPr/>
          <p:nvPr/>
        </p:nvSpPr>
        <p:spPr>
          <a:xfrm>
            <a:off x="3173164" y="1362635"/>
            <a:ext cx="1498860"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What do I want from this role?</a:t>
            </a:r>
          </a:p>
        </p:txBody>
      </p:sp>
      <p:sp>
        <p:nvSpPr>
          <p:cNvPr id="19" name="Rectangle 18">
            <a:extLst>
              <a:ext uri="{FF2B5EF4-FFF2-40B4-BE49-F238E27FC236}">
                <a16:creationId xmlns:a16="http://schemas.microsoft.com/office/drawing/2014/main" id="{1310854A-D2BC-4EBE-9D0A-6A150F4721DF}"/>
              </a:ext>
            </a:extLst>
          </p:cNvPr>
          <p:cNvSpPr/>
          <p:nvPr/>
        </p:nvSpPr>
        <p:spPr>
          <a:xfrm>
            <a:off x="3173163" y="2690175"/>
            <a:ext cx="1498861"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How do I like to work?</a:t>
            </a:r>
          </a:p>
        </p:txBody>
      </p:sp>
      <p:sp>
        <p:nvSpPr>
          <p:cNvPr id="20" name="Rectangle 19">
            <a:extLst>
              <a:ext uri="{FF2B5EF4-FFF2-40B4-BE49-F238E27FC236}">
                <a16:creationId xmlns:a16="http://schemas.microsoft.com/office/drawing/2014/main" id="{43F4DD61-A1B2-4949-AB60-68FA1DCCD708}"/>
              </a:ext>
            </a:extLst>
          </p:cNvPr>
          <p:cNvSpPr/>
          <p:nvPr/>
        </p:nvSpPr>
        <p:spPr>
          <a:xfrm>
            <a:off x="3173163" y="3966857"/>
            <a:ext cx="1498861"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What do you need to know about me?</a:t>
            </a:r>
          </a:p>
        </p:txBody>
      </p:sp>
      <p:sp>
        <p:nvSpPr>
          <p:cNvPr id="21" name="Rectangle 20">
            <a:extLst>
              <a:ext uri="{FF2B5EF4-FFF2-40B4-BE49-F238E27FC236}">
                <a16:creationId xmlns:a16="http://schemas.microsoft.com/office/drawing/2014/main" id="{88901254-3456-475B-BA6A-BE974811B5AB}"/>
              </a:ext>
            </a:extLst>
          </p:cNvPr>
          <p:cNvSpPr/>
          <p:nvPr/>
        </p:nvSpPr>
        <p:spPr>
          <a:xfrm>
            <a:off x="6701931" y="1362635"/>
            <a:ext cx="4600277" cy="1061953"/>
          </a:xfrm>
          <a:prstGeom prst="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Lead a large, multi-team programme from start to close</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Build my coaching skills (ILM level 5 this year)</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Learn more about how social care works with us</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See patients get home earlier</a:t>
            </a:r>
          </a:p>
        </p:txBody>
      </p:sp>
      <p:sp>
        <p:nvSpPr>
          <p:cNvPr id="22" name="Rectangle 21">
            <a:extLst>
              <a:ext uri="{FF2B5EF4-FFF2-40B4-BE49-F238E27FC236}">
                <a16:creationId xmlns:a16="http://schemas.microsoft.com/office/drawing/2014/main" id="{851B253E-D28A-44E7-B586-1BDA6F5C9E85}"/>
              </a:ext>
            </a:extLst>
          </p:cNvPr>
          <p:cNvSpPr/>
          <p:nvPr/>
        </p:nvSpPr>
        <p:spPr>
          <a:xfrm>
            <a:off x="6701931" y="2690175"/>
            <a:ext cx="4600277" cy="1061953"/>
          </a:xfrm>
          <a:prstGeom prst="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Mon to Thu in the office or on wards, Fri at home</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Teams chat for quick questions, email for decisions</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Feedback straight away and in person, please</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15-minute check-in with each lead every week</a:t>
            </a:r>
          </a:p>
        </p:txBody>
      </p:sp>
      <p:sp>
        <p:nvSpPr>
          <p:cNvPr id="23" name="Rectangle 22">
            <a:extLst>
              <a:ext uri="{FF2B5EF4-FFF2-40B4-BE49-F238E27FC236}">
                <a16:creationId xmlns:a16="http://schemas.microsoft.com/office/drawing/2014/main" id="{8729F03C-A2FD-4D0E-AF26-28B2B1B2A0D3}"/>
              </a:ext>
            </a:extLst>
          </p:cNvPr>
          <p:cNvSpPr/>
          <p:nvPr/>
        </p:nvSpPr>
        <p:spPr>
          <a:xfrm>
            <a:off x="6701931" y="3966857"/>
            <a:ext cx="4600277" cy="1061953"/>
          </a:xfrm>
          <a:prstGeom prst="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I use dictation software, so emails can be short</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If I go quiet in meetings, ask me what I think</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I collect my children at 5pm on Tuesdays</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I love a good process map, be warned</a:t>
            </a:r>
          </a:p>
        </p:txBody>
      </p:sp>
      <p:sp>
        <p:nvSpPr>
          <p:cNvPr id="24" name="Rectangle 23">
            <a:extLst>
              <a:ext uri="{FF2B5EF4-FFF2-40B4-BE49-F238E27FC236}">
                <a16:creationId xmlns:a16="http://schemas.microsoft.com/office/drawing/2014/main" id="{5FB10334-9B3C-478E-A0F6-282280BFA7BC}"/>
              </a:ext>
            </a:extLst>
          </p:cNvPr>
          <p:cNvSpPr/>
          <p:nvPr/>
        </p:nvSpPr>
        <p:spPr>
          <a:xfrm>
            <a:off x="4794573" y="1362635"/>
            <a:ext cx="1830372"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900" i="1" dirty="0">
                <a:latin typeface="Arial" panose="020B0604020202020204" pitchFamily="34" charset="0"/>
                <a:cs typeface="Arial" panose="020B0604020202020204" pitchFamily="34" charset="0"/>
              </a:rPr>
              <a:t>Things to consider:</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My learning and development  opportunities</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How this role fits with my  personal objectives</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My strengths and capabilities</a:t>
            </a:r>
          </a:p>
        </p:txBody>
      </p:sp>
      <p:sp>
        <p:nvSpPr>
          <p:cNvPr id="25" name="Rectangle 24">
            <a:extLst>
              <a:ext uri="{FF2B5EF4-FFF2-40B4-BE49-F238E27FC236}">
                <a16:creationId xmlns:a16="http://schemas.microsoft.com/office/drawing/2014/main" id="{465E283C-0707-469C-ABA1-167D1F0C38E8}"/>
              </a:ext>
            </a:extLst>
          </p:cNvPr>
          <p:cNvSpPr/>
          <p:nvPr/>
        </p:nvSpPr>
        <p:spPr>
          <a:xfrm>
            <a:off x="4794573" y="2690175"/>
            <a:ext cx="1830372"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900" i="1" dirty="0">
                <a:latin typeface="Arial" panose="020B0604020202020204" pitchFamily="34" charset="0"/>
                <a:cs typeface="Arial" panose="020B0604020202020204" pitchFamily="34" charset="0"/>
              </a:rPr>
              <a:t>Things to consider:</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My current working pattern</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How I prefer to communicate</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How I prefer to receive feedback</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How often I like to have check ins</a:t>
            </a:r>
          </a:p>
        </p:txBody>
      </p:sp>
      <p:sp>
        <p:nvSpPr>
          <p:cNvPr id="26" name="Rectangle 25">
            <a:extLst>
              <a:ext uri="{FF2B5EF4-FFF2-40B4-BE49-F238E27FC236}">
                <a16:creationId xmlns:a16="http://schemas.microsoft.com/office/drawing/2014/main" id="{84D4F060-6ABB-48DF-9B96-59C7FEC680B0}"/>
              </a:ext>
            </a:extLst>
          </p:cNvPr>
          <p:cNvSpPr/>
          <p:nvPr/>
        </p:nvSpPr>
        <p:spPr>
          <a:xfrm>
            <a:off x="4794573" y="3966857"/>
            <a:ext cx="1830372"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900" i="1" dirty="0">
                <a:latin typeface="Arial" panose="020B0604020202020204" pitchFamily="34" charset="0"/>
                <a:cs typeface="Arial" panose="020B0604020202020204" pitchFamily="34" charset="0"/>
              </a:rPr>
              <a:t>Things to consider:</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My accessibility considerations</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How others will know if  I’m struggling</a:t>
            </a:r>
          </a:p>
          <a:p>
            <a:pPr marL="171450" indent="-171450">
              <a:buFont typeface="Arial" panose="020B0604020202020204" pitchFamily="34" charset="0"/>
              <a:buChar char="•"/>
            </a:pPr>
            <a:r>
              <a:rPr lang="en-GB" sz="900" i="1" dirty="0">
                <a:latin typeface="Arial" panose="020B0604020202020204" pitchFamily="34" charset="0"/>
                <a:cs typeface="Arial" panose="020B0604020202020204" pitchFamily="34" charset="0"/>
              </a:rPr>
              <a:t>Anything else?</a:t>
            </a:r>
          </a:p>
        </p:txBody>
      </p:sp>
      <p:sp>
        <p:nvSpPr>
          <p:cNvPr id="15" name="TextBox 14">
            <a:extLst>
              <a:ext uri="{FF2B5EF4-FFF2-40B4-BE49-F238E27FC236}">
                <a16:creationId xmlns:a16="http://schemas.microsoft.com/office/drawing/2014/main" id="{3B9FC972-C481-4D33-AD2C-1560961DD9EE}"/>
              </a:ext>
            </a:extLst>
          </p:cNvPr>
          <p:cNvSpPr txBox="1"/>
          <p:nvPr/>
        </p:nvSpPr>
        <p:spPr>
          <a:xfrm>
            <a:off x="4997115" y="28994"/>
            <a:ext cx="2197769" cy="338554"/>
          </a:xfrm>
          <a:prstGeom prst="rect">
            <a:avLst/>
          </a:prstGeom>
          <a:noFill/>
        </p:spPr>
        <p:txBody>
          <a:bodyPr wrap="square" lIns="91440" tIns="45720" rIns="91440" bIns="45720" rtlCol="0" anchor="t">
            <a:spAutoFit/>
          </a:bodyPr>
          <a:lstStyle/>
          <a:p>
            <a:pPr algn="ctr"/>
            <a:r>
              <a:rPr lang="en-GB" sz="800" dirty="0">
                <a:solidFill>
                  <a:srgbClr val="FF0000"/>
                </a:solidFill>
                <a:latin typeface="Arial"/>
                <a:ea typeface="+mn-lt"/>
                <a:cs typeface="+mn-lt"/>
              </a:rPr>
              <a:t>V1 October 2022</a:t>
            </a:r>
            <a:endParaRPr lang="en-GB" sz="800">
              <a:latin typeface="Arial"/>
              <a:ea typeface="+mn-lt"/>
              <a:cs typeface="+mn-lt"/>
            </a:endParaRPr>
          </a:p>
          <a:p>
            <a:pPr algn="ctr"/>
            <a:endParaRPr lang="en-GB" sz="800" dirty="0">
              <a:solidFill>
                <a:srgbClr val="FF0000"/>
              </a:solidFill>
              <a:latin typeface="Arial"/>
              <a:cs typeface="Calibri"/>
            </a:endParaRPr>
          </a:p>
        </p:txBody>
      </p:sp>
    </p:spTree>
    <p:extLst>
      <p:ext uri="{BB962C8B-B14F-4D97-AF65-F5344CB8AC3E}">
        <p14:creationId xmlns:p14="http://schemas.microsoft.com/office/powerpoint/2010/main" val="4232240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483D2-7989-4E24-91D9-8E81284196A9}"/>
              </a:ext>
            </a:extLst>
          </p:cNvPr>
          <p:cNvSpPr>
            <a:spLocks noGrp="1"/>
          </p:cNvSpPr>
          <p:nvPr>
            <p:ph type="title"/>
          </p:nvPr>
        </p:nvSpPr>
        <p:spPr>
          <a:xfrm>
            <a:off x="665019" y="300682"/>
            <a:ext cx="10831484" cy="1061953"/>
          </a:xfrm>
        </p:spPr>
        <p:txBody>
          <a:bodyPr>
            <a:normAutofit/>
          </a:bodyPr>
          <a:lstStyle/>
          <a:p>
            <a:r>
              <a:rPr lang="en-GB" sz="2800" dirty="0"/>
              <a:t>Team Charter</a:t>
            </a:r>
          </a:p>
        </p:txBody>
      </p:sp>
      <p:sp>
        <p:nvSpPr>
          <p:cNvPr id="4" name="Slide Number Placeholder 3">
            <a:extLst>
              <a:ext uri="{FF2B5EF4-FFF2-40B4-BE49-F238E27FC236}">
                <a16:creationId xmlns:a16="http://schemas.microsoft.com/office/drawing/2014/main" id="{87EA5770-A157-420E-A091-036BCBDC0204}"/>
              </a:ext>
            </a:extLst>
          </p:cNvPr>
          <p:cNvSpPr>
            <a:spLocks noGrp="1"/>
          </p:cNvSpPr>
          <p:nvPr>
            <p:ph type="sldNum" sz="quarter" idx="12"/>
          </p:nvPr>
        </p:nvSpPr>
        <p:spPr>
          <a:xfrm>
            <a:off x="5137265" y="6374755"/>
            <a:ext cx="1917469" cy="365125"/>
          </a:xfrm>
        </p:spPr>
        <p:txBody>
          <a:bodyPr/>
          <a:lstStyle/>
          <a:p>
            <a:fld id="{B5D8CEE8-68BA-493D-A9B0-0387ED15E64E}" type="slidenum">
              <a:rPr lang="en-GB" smtClean="0"/>
              <a:t>4</a:t>
            </a:fld>
            <a:endParaRPr lang="en-GB" dirty="0"/>
          </a:p>
        </p:txBody>
      </p:sp>
      <p:sp>
        <p:nvSpPr>
          <p:cNvPr id="5" name="Rectangle 4">
            <a:extLst>
              <a:ext uri="{FF2B5EF4-FFF2-40B4-BE49-F238E27FC236}">
                <a16:creationId xmlns:a16="http://schemas.microsoft.com/office/drawing/2014/main" id="{C0588FF0-3FD0-4479-915B-BD351E09AB18}"/>
              </a:ext>
            </a:extLst>
          </p:cNvPr>
          <p:cNvSpPr/>
          <p:nvPr/>
        </p:nvSpPr>
        <p:spPr>
          <a:xfrm>
            <a:off x="837922" y="3465703"/>
            <a:ext cx="1498860" cy="118811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How should we work together?</a:t>
            </a:r>
          </a:p>
        </p:txBody>
      </p:sp>
      <p:sp>
        <p:nvSpPr>
          <p:cNvPr id="6" name="Rectangle 5">
            <a:extLst>
              <a:ext uri="{FF2B5EF4-FFF2-40B4-BE49-F238E27FC236}">
                <a16:creationId xmlns:a16="http://schemas.microsoft.com/office/drawing/2014/main" id="{B29654AD-8DF5-4D2C-8026-6D4544537CEB}"/>
              </a:ext>
            </a:extLst>
          </p:cNvPr>
          <p:cNvSpPr/>
          <p:nvPr/>
        </p:nvSpPr>
        <p:spPr>
          <a:xfrm>
            <a:off x="837921" y="4791061"/>
            <a:ext cx="1498861"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How should we support each other?</a:t>
            </a:r>
          </a:p>
        </p:txBody>
      </p:sp>
      <p:sp>
        <p:nvSpPr>
          <p:cNvPr id="8" name="Rectangle 7">
            <a:extLst>
              <a:ext uri="{FF2B5EF4-FFF2-40B4-BE49-F238E27FC236}">
                <a16:creationId xmlns:a16="http://schemas.microsoft.com/office/drawing/2014/main" id="{7F85D9CE-584B-47A5-8CA3-7FC233786806}"/>
              </a:ext>
            </a:extLst>
          </p:cNvPr>
          <p:cNvSpPr/>
          <p:nvPr/>
        </p:nvSpPr>
        <p:spPr>
          <a:xfrm>
            <a:off x="7711655" y="1651353"/>
            <a:ext cx="3276000" cy="1093902"/>
          </a:xfrm>
          <a:prstGeom prst="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i="0">
                <a:solidFill>
                  <a:schemeClr val="tx1"/>
                </a:solidFill>
                <a:latin typeface="Arial" panose="020B0604020202020204" pitchFamily="34" charset="0"/>
                <a:cs typeface="Arial" panose="020B0604020202020204" pitchFamily="34" charset="0"/>
              </a:rPr>
              <a:t>Patients home before midday, with their medicines</a:t>
            </a:r>
          </a:p>
          <a:p>
            <a:r>
              <a:rPr lang="en-GB" sz="1100" i="0">
                <a:solidFill>
                  <a:schemeClr val="tx1"/>
                </a:solidFill>
                <a:latin typeface="Arial" panose="020B0604020202020204" pitchFamily="34" charset="0"/>
                <a:cs typeface="Arial" panose="020B0604020202020204" pitchFamily="34" charset="0"/>
              </a:rPr>
              <a:t>Ward teams who own their discharge data</a:t>
            </a:r>
          </a:p>
          <a:p>
            <a:r>
              <a:rPr lang="en-GB" sz="1100" i="0">
                <a:solidFill>
                  <a:schemeClr val="tx1"/>
                </a:solidFill>
                <a:latin typeface="Arial" panose="020B0604020202020204" pitchFamily="34" charset="0"/>
                <a:cs typeface="Arial" panose="020B0604020202020204" pitchFamily="34" charset="0"/>
              </a:rPr>
              <a:t>Learning and enjoying the work together</a:t>
            </a:r>
          </a:p>
        </p:txBody>
      </p:sp>
      <p:sp>
        <p:nvSpPr>
          <p:cNvPr id="9" name="Rectangle 8">
            <a:extLst>
              <a:ext uri="{FF2B5EF4-FFF2-40B4-BE49-F238E27FC236}">
                <a16:creationId xmlns:a16="http://schemas.microsoft.com/office/drawing/2014/main" id="{E0DC2DCF-38B5-49A1-A9B2-C5528D917232}"/>
              </a:ext>
            </a:extLst>
          </p:cNvPr>
          <p:cNvSpPr/>
          <p:nvPr/>
        </p:nvSpPr>
        <p:spPr>
          <a:xfrm>
            <a:off x="5766754" y="4791059"/>
            <a:ext cx="5220901" cy="1061953"/>
          </a:xfrm>
          <a:prstGeom prst="rect">
            <a:avLst/>
          </a:prstGeom>
          <a:solidFill>
            <a:schemeClr val="bg1"/>
          </a:solidFill>
          <a:ln>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Check in on wellbeing at the start of every huddle</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Raise concerns with James or Priya, or Freedom to Speak Up</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Fortnightly 1:1 with your team lead</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Team lunch on the first Thursday of the month</a:t>
            </a:r>
          </a:p>
        </p:txBody>
      </p:sp>
      <p:sp>
        <p:nvSpPr>
          <p:cNvPr id="11" name="Rectangle 10">
            <a:extLst>
              <a:ext uri="{FF2B5EF4-FFF2-40B4-BE49-F238E27FC236}">
                <a16:creationId xmlns:a16="http://schemas.microsoft.com/office/drawing/2014/main" id="{9C80DA32-ED76-49ED-AD94-1115C79FF9B6}"/>
              </a:ext>
            </a:extLst>
          </p:cNvPr>
          <p:cNvSpPr/>
          <p:nvPr/>
        </p:nvSpPr>
        <p:spPr>
          <a:xfrm>
            <a:off x="2413768" y="3465701"/>
            <a:ext cx="3276000" cy="118811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1727">
              <a:tabLst>
                <a:tab pos="276861" algn="l"/>
              </a:tabLst>
            </a:pPr>
            <a:r>
              <a:rPr lang="en-GB" sz="900" i="1" spc="-15" dirty="0">
                <a:latin typeface="Arial" panose="020B0604020202020204" pitchFamily="34" charset="0"/>
                <a:cs typeface="Arial" panose="020B0604020202020204" pitchFamily="34" charset="0"/>
              </a:rPr>
              <a:t>Things to consider:</a:t>
            </a:r>
          </a:p>
          <a:p>
            <a:pPr marL="333177" indent="-171450">
              <a:buFont typeface="Arial" panose="020B0604020202020204" pitchFamily="34" charset="0"/>
              <a:buChar char="•"/>
              <a:tabLst>
                <a:tab pos="276861" algn="l"/>
              </a:tabLst>
            </a:pPr>
            <a:r>
              <a:rPr lang="en-GB" sz="900" i="1" spc="-15" dirty="0">
                <a:latin typeface="Arial" panose="020B0604020202020204" pitchFamily="34" charset="0"/>
                <a:cs typeface="Arial" panose="020B0604020202020204" pitchFamily="34" charset="0"/>
              </a:rPr>
              <a:t>How often we meet and why (virtual, physical,  and hybrid)</a:t>
            </a:r>
          </a:p>
          <a:p>
            <a:pPr marL="333177" indent="-171450">
              <a:buFont typeface="Arial" panose="020B0604020202020204" pitchFamily="34" charset="0"/>
              <a:buChar char="•"/>
              <a:tabLst>
                <a:tab pos="276861" algn="l"/>
              </a:tabLst>
            </a:pPr>
            <a:r>
              <a:rPr lang="en-GB" sz="900" i="1" spc="-15" dirty="0">
                <a:latin typeface="Arial" panose="020B0604020202020204" pitchFamily="34" charset="0"/>
                <a:cs typeface="Arial" panose="020B0604020202020204" pitchFamily="34" charset="0"/>
              </a:rPr>
              <a:t>Our preferred meeting hours for collaboration</a:t>
            </a:r>
          </a:p>
          <a:p>
            <a:pPr marL="333177" indent="-171450">
              <a:buFont typeface="Arial" panose="020B0604020202020204" pitchFamily="34" charset="0"/>
              <a:buChar char="•"/>
              <a:tabLst>
                <a:tab pos="276861" algn="l"/>
              </a:tabLst>
            </a:pPr>
            <a:r>
              <a:rPr lang="en-GB" sz="900" i="1" spc="-15" dirty="0">
                <a:latin typeface="Arial" panose="020B0604020202020204" pitchFamily="34" charset="0"/>
                <a:cs typeface="Arial" panose="020B0604020202020204" pitchFamily="34" charset="0"/>
              </a:rPr>
              <a:t>Our preferred meeting length</a:t>
            </a:r>
          </a:p>
          <a:p>
            <a:pPr marL="333177" indent="-171450">
              <a:buFont typeface="Arial" panose="020B0604020202020204" pitchFamily="34" charset="0"/>
              <a:buChar char="•"/>
              <a:tabLst>
                <a:tab pos="276861" algn="l"/>
              </a:tabLst>
            </a:pPr>
            <a:r>
              <a:rPr lang="en-GB" sz="900" i="1" spc="-15" dirty="0">
                <a:latin typeface="Arial" panose="020B0604020202020204" pitchFamily="34" charset="0"/>
                <a:cs typeface="Arial" panose="020B0604020202020204" pitchFamily="34" charset="0"/>
              </a:rPr>
              <a:t>The technology we use to communicate  and collaborate</a:t>
            </a:r>
          </a:p>
          <a:p>
            <a:pPr marL="333177" indent="-171450">
              <a:buFont typeface="Arial" panose="020B0604020202020204" pitchFamily="34" charset="0"/>
              <a:buChar char="•"/>
              <a:tabLst>
                <a:tab pos="276861" algn="l"/>
              </a:tabLst>
            </a:pPr>
            <a:r>
              <a:rPr lang="en-GB" sz="900" i="1" spc="-15" dirty="0">
                <a:latin typeface="Arial" panose="020B0604020202020204" pitchFamily="34" charset="0"/>
                <a:cs typeface="Arial" panose="020B0604020202020204" pitchFamily="34" charset="0"/>
              </a:rPr>
              <a:t>How we share meeting agendas, materials  and actions</a:t>
            </a:r>
          </a:p>
        </p:txBody>
      </p:sp>
      <p:sp>
        <p:nvSpPr>
          <p:cNvPr id="12" name="Rectangle 11">
            <a:extLst>
              <a:ext uri="{FF2B5EF4-FFF2-40B4-BE49-F238E27FC236}">
                <a16:creationId xmlns:a16="http://schemas.microsoft.com/office/drawing/2014/main" id="{8E2AA65F-9595-4382-AD3D-BF215F37A090}"/>
              </a:ext>
            </a:extLst>
          </p:cNvPr>
          <p:cNvSpPr/>
          <p:nvPr/>
        </p:nvSpPr>
        <p:spPr>
          <a:xfrm>
            <a:off x="2459330" y="4791060"/>
            <a:ext cx="3230437" cy="1061953"/>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61727"/>
            <a:r>
              <a:rPr lang="en-GB" sz="900" i="1" spc="-15" dirty="0">
                <a:latin typeface="Arial" panose="020B0604020202020204" pitchFamily="34" charset="0"/>
                <a:cs typeface="Arial" panose="020B0604020202020204" pitchFamily="34" charset="0"/>
              </a:rPr>
              <a:t>Things</a:t>
            </a:r>
            <a:r>
              <a:rPr lang="en-GB" sz="900" i="1" spc="-36" dirty="0">
                <a:latin typeface="Arial" panose="020B0604020202020204" pitchFamily="34" charset="0"/>
                <a:cs typeface="Arial" panose="020B0604020202020204" pitchFamily="34" charset="0"/>
              </a:rPr>
              <a:t> </a:t>
            </a:r>
            <a:r>
              <a:rPr lang="en-GB" sz="900" i="1" spc="-18" dirty="0">
                <a:latin typeface="Arial" panose="020B0604020202020204" pitchFamily="34" charset="0"/>
                <a:cs typeface="Arial" panose="020B0604020202020204" pitchFamily="34" charset="0"/>
              </a:rPr>
              <a:t>to</a:t>
            </a:r>
            <a:r>
              <a:rPr lang="en-GB" sz="900" i="1" spc="-33" dirty="0">
                <a:latin typeface="Arial" panose="020B0604020202020204" pitchFamily="34" charset="0"/>
                <a:cs typeface="Arial" panose="020B0604020202020204" pitchFamily="34" charset="0"/>
              </a:rPr>
              <a:t> </a:t>
            </a:r>
            <a:r>
              <a:rPr lang="en-GB" sz="900" i="1" spc="-24" dirty="0">
                <a:latin typeface="Arial" panose="020B0604020202020204" pitchFamily="34" charset="0"/>
                <a:cs typeface="Arial" panose="020B0604020202020204" pitchFamily="34" charset="0"/>
              </a:rPr>
              <a:t>consider:</a:t>
            </a:r>
            <a:endParaRPr lang="en-GB" sz="900" dirty="0">
              <a:latin typeface="Arial" panose="020B0604020202020204" pitchFamily="34" charset="0"/>
              <a:cs typeface="Arial" panose="020B0604020202020204" pitchFamily="34" charset="0"/>
            </a:endParaRPr>
          </a:p>
          <a:p>
            <a:pPr marL="276091" indent="-114749">
              <a:buFontTx/>
              <a:buChar char="•"/>
              <a:tabLst>
                <a:tab pos="276476" algn="l"/>
              </a:tabLst>
            </a:pPr>
            <a:r>
              <a:rPr lang="en-GB" sz="900" i="1" spc="-12" dirty="0">
                <a:latin typeface="Arial" panose="020B0604020202020204" pitchFamily="34" charset="0"/>
                <a:cs typeface="Arial" panose="020B0604020202020204" pitchFamily="34" charset="0"/>
              </a:rPr>
              <a:t>How</a:t>
            </a:r>
            <a:r>
              <a:rPr lang="en-GB" sz="900" i="1" spc="-30" dirty="0">
                <a:latin typeface="Arial" panose="020B0604020202020204" pitchFamily="34" charset="0"/>
                <a:cs typeface="Arial" panose="020B0604020202020204" pitchFamily="34" charset="0"/>
              </a:rPr>
              <a:t> </a:t>
            </a:r>
            <a:r>
              <a:rPr lang="en-GB" sz="900" i="1" spc="-12" dirty="0">
                <a:latin typeface="Arial" panose="020B0604020202020204" pitchFamily="34" charset="0"/>
                <a:cs typeface="Arial" panose="020B0604020202020204" pitchFamily="34" charset="0"/>
              </a:rPr>
              <a:t>we</a:t>
            </a:r>
            <a:r>
              <a:rPr lang="en-GB" sz="900" i="1" spc="-27" dirty="0">
                <a:latin typeface="Arial" panose="020B0604020202020204" pitchFamily="34" charset="0"/>
                <a:cs typeface="Arial" panose="020B0604020202020204" pitchFamily="34" charset="0"/>
              </a:rPr>
              <a:t> </a:t>
            </a:r>
            <a:r>
              <a:rPr lang="en-GB" sz="900" i="1" spc="-18" dirty="0">
                <a:latin typeface="Arial" panose="020B0604020202020204" pitchFamily="34" charset="0"/>
                <a:cs typeface="Arial" panose="020B0604020202020204" pitchFamily="34" charset="0"/>
              </a:rPr>
              <a:t>look</a:t>
            </a:r>
            <a:r>
              <a:rPr lang="en-GB" sz="900" i="1" spc="-27" dirty="0">
                <a:latin typeface="Arial" panose="020B0604020202020204" pitchFamily="34" charset="0"/>
                <a:cs typeface="Arial" panose="020B0604020202020204" pitchFamily="34" charset="0"/>
              </a:rPr>
              <a:t> </a:t>
            </a:r>
            <a:r>
              <a:rPr lang="en-GB" sz="900" i="1" spc="-9" dirty="0">
                <a:latin typeface="Arial" panose="020B0604020202020204" pitchFamily="34" charset="0"/>
                <a:cs typeface="Arial" panose="020B0604020202020204" pitchFamily="34" charset="0"/>
              </a:rPr>
              <a:t>after</a:t>
            </a:r>
            <a:r>
              <a:rPr lang="en-GB" sz="900" i="1" spc="-27" dirty="0">
                <a:latin typeface="Arial" panose="020B0604020202020204" pitchFamily="34" charset="0"/>
                <a:cs typeface="Arial" panose="020B0604020202020204" pitchFamily="34" charset="0"/>
              </a:rPr>
              <a:t> </a:t>
            </a:r>
            <a:r>
              <a:rPr lang="en-GB" sz="900" i="1" spc="-15" dirty="0">
                <a:latin typeface="Arial" panose="020B0604020202020204" pitchFamily="34" charset="0"/>
                <a:cs typeface="Arial" panose="020B0604020202020204" pitchFamily="34" charset="0"/>
              </a:rPr>
              <a:t>our</a:t>
            </a:r>
            <a:r>
              <a:rPr lang="en-GB" sz="900" i="1" spc="-27" dirty="0">
                <a:latin typeface="Arial" panose="020B0604020202020204" pitchFamily="34" charset="0"/>
                <a:cs typeface="Arial" panose="020B0604020202020204" pitchFamily="34" charset="0"/>
              </a:rPr>
              <a:t> </a:t>
            </a:r>
            <a:r>
              <a:rPr lang="en-GB" sz="900" i="1" spc="-18" dirty="0">
                <a:latin typeface="Arial" panose="020B0604020202020204" pitchFamily="34" charset="0"/>
                <a:cs typeface="Arial" panose="020B0604020202020204" pitchFamily="34" charset="0"/>
              </a:rPr>
              <a:t>team’s</a:t>
            </a:r>
            <a:r>
              <a:rPr lang="en-GB" sz="900" i="1" spc="-27" dirty="0">
                <a:latin typeface="Arial" panose="020B0604020202020204" pitchFamily="34" charset="0"/>
                <a:cs typeface="Arial" panose="020B0604020202020204" pitchFamily="34" charset="0"/>
              </a:rPr>
              <a:t> </a:t>
            </a:r>
            <a:r>
              <a:rPr lang="en-GB" sz="900" i="1" spc="-21" dirty="0">
                <a:latin typeface="Arial" panose="020B0604020202020204" pitchFamily="34" charset="0"/>
                <a:cs typeface="Arial" panose="020B0604020202020204" pitchFamily="34" charset="0"/>
              </a:rPr>
              <a:t>wellbeing</a:t>
            </a:r>
          </a:p>
          <a:p>
            <a:pPr marL="276091" indent="-114749">
              <a:buFontTx/>
              <a:buChar char="•"/>
              <a:tabLst>
                <a:tab pos="276476" algn="l"/>
              </a:tabLst>
            </a:pPr>
            <a:r>
              <a:rPr lang="en-GB" sz="900" i="1" spc="-15" dirty="0">
                <a:latin typeface="Arial" panose="020B0604020202020204" pitchFamily="34" charset="0"/>
                <a:cs typeface="Arial" panose="020B0604020202020204" pitchFamily="34" charset="0"/>
              </a:rPr>
              <a:t>Reporting</a:t>
            </a:r>
            <a:r>
              <a:rPr lang="en-GB" sz="900" i="1" spc="-27" dirty="0">
                <a:latin typeface="Arial" panose="020B0604020202020204" pitchFamily="34" charset="0"/>
                <a:cs typeface="Arial" panose="020B0604020202020204" pitchFamily="34" charset="0"/>
              </a:rPr>
              <a:t> concerns</a:t>
            </a:r>
            <a:endParaRPr lang="en-GB" sz="900" i="1" spc="-12" dirty="0">
              <a:latin typeface="Arial" panose="020B0604020202020204" pitchFamily="34" charset="0"/>
              <a:cs typeface="Arial" panose="020B0604020202020204" pitchFamily="34" charset="0"/>
            </a:endParaRPr>
          </a:p>
          <a:p>
            <a:pPr marL="276091" indent="-114749">
              <a:buChar char="•"/>
              <a:tabLst>
                <a:tab pos="276476" algn="l"/>
              </a:tabLst>
            </a:pPr>
            <a:r>
              <a:rPr lang="en-GB" sz="900" i="1" spc="-12" dirty="0">
                <a:latin typeface="Arial" panose="020B0604020202020204" pitchFamily="34" charset="0"/>
                <a:cs typeface="Arial" panose="020B0604020202020204" pitchFamily="34" charset="0"/>
              </a:rPr>
              <a:t>How</a:t>
            </a:r>
            <a:r>
              <a:rPr lang="en-GB" sz="900" i="1" spc="-27" dirty="0">
                <a:latin typeface="Arial" panose="020B0604020202020204" pitchFamily="34" charset="0"/>
                <a:cs typeface="Arial" panose="020B0604020202020204" pitchFamily="34" charset="0"/>
              </a:rPr>
              <a:t> </a:t>
            </a:r>
            <a:r>
              <a:rPr lang="en-GB" sz="900" i="1" spc="-12" dirty="0">
                <a:latin typeface="Arial" panose="020B0604020202020204" pitchFamily="34" charset="0"/>
                <a:cs typeface="Arial" panose="020B0604020202020204" pitchFamily="34" charset="0"/>
              </a:rPr>
              <a:t>often</a:t>
            </a:r>
            <a:r>
              <a:rPr lang="en-GB" sz="900" i="1" spc="-27" dirty="0">
                <a:latin typeface="Arial" panose="020B0604020202020204" pitchFamily="34" charset="0"/>
                <a:cs typeface="Arial" panose="020B0604020202020204" pitchFamily="34" charset="0"/>
              </a:rPr>
              <a:t> </a:t>
            </a:r>
            <a:r>
              <a:rPr lang="en-GB" sz="900" i="1" spc="-12" dirty="0">
                <a:latin typeface="Arial" panose="020B0604020202020204" pitchFamily="34" charset="0"/>
                <a:cs typeface="Arial" panose="020B0604020202020204" pitchFamily="34" charset="0"/>
              </a:rPr>
              <a:t>we</a:t>
            </a:r>
            <a:r>
              <a:rPr lang="en-GB" sz="900" i="1" spc="-27" dirty="0">
                <a:latin typeface="Arial" panose="020B0604020202020204" pitchFamily="34" charset="0"/>
                <a:cs typeface="Arial" panose="020B0604020202020204" pitchFamily="34" charset="0"/>
              </a:rPr>
              <a:t> </a:t>
            </a:r>
            <a:r>
              <a:rPr lang="en-GB" sz="900" i="1" spc="-15" dirty="0">
                <a:latin typeface="Arial" panose="020B0604020202020204" pitchFamily="34" charset="0"/>
                <a:cs typeface="Arial" panose="020B0604020202020204" pitchFamily="34" charset="0"/>
              </a:rPr>
              <a:t>have</a:t>
            </a:r>
            <a:r>
              <a:rPr lang="en-GB" sz="900" i="1" spc="-27" dirty="0">
                <a:latin typeface="Arial" panose="020B0604020202020204" pitchFamily="34" charset="0"/>
                <a:cs typeface="Arial" panose="020B0604020202020204" pitchFamily="34" charset="0"/>
              </a:rPr>
              <a:t> </a:t>
            </a:r>
            <a:r>
              <a:rPr lang="en-GB" sz="900" i="1" spc="-21" dirty="0">
                <a:latin typeface="Arial" panose="020B0604020202020204" pitchFamily="34" charset="0"/>
                <a:cs typeface="Arial" panose="020B0604020202020204" pitchFamily="34" charset="0"/>
              </a:rPr>
              <a:t>check-ins</a:t>
            </a:r>
            <a:r>
              <a:rPr lang="en-GB" sz="900" i="1" spc="-27" dirty="0">
                <a:latin typeface="Arial" panose="020B0604020202020204" pitchFamily="34" charset="0"/>
                <a:cs typeface="Arial" panose="020B0604020202020204" pitchFamily="34" charset="0"/>
              </a:rPr>
              <a:t> </a:t>
            </a:r>
            <a:r>
              <a:rPr lang="en-GB" sz="900" i="1" spc="-15" dirty="0">
                <a:latin typeface="Arial" panose="020B0604020202020204" pitchFamily="34" charset="0"/>
                <a:cs typeface="Arial" panose="020B0604020202020204" pitchFamily="34" charset="0"/>
              </a:rPr>
              <a:t>with</a:t>
            </a:r>
            <a:r>
              <a:rPr lang="en-GB" sz="900" i="1" spc="-27" dirty="0">
                <a:latin typeface="Arial" panose="020B0604020202020204" pitchFamily="34" charset="0"/>
                <a:cs typeface="Arial" panose="020B0604020202020204" pitchFamily="34" charset="0"/>
              </a:rPr>
              <a:t> </a:t>
            </a:r>
            <a:r>
              <a:rPr lang="en-GB" sz="900" i="1" spc="-15" dirty="0">
                <a:latin typeface="Arial" panose="020B0604020202020204" pitchFamily="34" charset="0"/>
                <a:cs typeface="Arial" panose="020B0604020202020204" pitchFamily="34" charset="0"/>
              </a:rPr>
              <a:t>the</a:t>
            </a:r>
            <a:r>
              <a:rPr lang="en-GB" sz="900" i="1" spc="-27" dirty="0">
                <a:latin typeface="Arial" panose="020B0604020202020204" pitchFamily="34" charset="0"/>
                <a:cs typeface="Arial" panose="020B0604020202020204" pitchFamily="34" charset="0"/>
              </a:rPr>
              <a:t> </a:t>
            </a:r>
            <a:r>
              <a:rPr lang="en-GB" sz="900" i="1" spc="-21" dirty="0">
                <a:latin typeface="Arial" panose="020B0604020202020204" pitchFamily="34" charset="0"/>
                <a:cs typeface="Arial" panose="020B0604020202020204" pitchFamily="34" charset="0"/>
              </a:rPr>
              <a:t>team</a:t>
            </a:r>
            <a:r>
              <a:rPr lang="en-GB" sz="900" i="1" spc="-27" dirty="0">
                <a:latin typeface="Arial" panose="020B0604020202020204" pitchFamily="34" charset="0"/>
                <a:cs typeface="Arial" panose="020B0604020202020204" pitchFamily="34" charset="0"/>
              </a:rPr>
              <a:t> </a:t>
            </a:r>
            <a:r>
              <a:rPr lang="en-GB" sz="900" i="1" spc="-18" dirty="0">
                <a:latin typeface="Arial" panose="020B0604020202020204" pitchFamily="34" charset="0"/>
                <a:cs typeface="Arial" panose="020B0604020202020204" pitchFamily="34" charset="0"/>
              </a:rPr>
              <a:t>lead</a:t>
            </a:r>
            <a:endParaRPr lang="en-GB" sz="900" dirty="0">
              <a:latin typeface="Arial" panose="020B0604020202020204" pitchFamily="34" charset="0"/>
              <a:cs typeface="Arial" panose="020B0604020202020204" pitchFamily="34" charset="0"/>
            </a:endParaRPr>
          </a:p>
          <a:p>
            <a:pPr marL="276091" indent="-114749">
              <a:buChar char="•"/>
              <a:tabLst>
                <a:tab pos="276476" algn="l"/>
              </a:tabLst>
            </a:pPr>
            <a:r>
              <a:rPr lang="en-GB" sz="900" i="1" spc="-12" dirty="0">
                <a:latin typeface="Arial" panose="020B0604020202020204" pitchFamily="34" charset="0"/>
                <a:cs typeface="Arial" panose="020B0604020202020204" pitchFamily="34" charset="0"/>
              </a:rPr>
              <a:t>Ways</a:t>
            </a:r>
            <a:r>
              <a:rPr lang="en-GB" sz="900" i="1" spc="-27" dirty="0">
                <a:latin typeface="Arial" panose="020B0604020202020204" pitchFamily="34" charset="0"/>
                <a:cs typeface="Arial" panose="020B0604020202020204" pitchFamily="34" charset="0"/>
              </a:rPr>
              <a:t> </a:t>
            </a:r>
            <a:r>
              <a:rPr lang="en-GB" sz="900" i="1" spc="-15" dirty="0">
                <a:latin typeface="Arial" panose="020B0604020202020204" pitchFamily="34" charset="0"/>
                <a:cs typeface="Arial" panose="020B0604020202020204" pitchFamily="34" charset="0"/>
              </a:rPr>
              <a:t>in</a:t>
            </a:r>
            <a:r>
              <a:rPr lang="en-GB" sz="900" i="1" spc="-24" dirty="0">
                <a:latin typeface="Arial" panose="020B0604020202020204" pitchFamily="34" charset="0"/>
                <a:cs typeface="Arial" panose="020B0604020202020204" pitchFamily="34" charset="0"/>
              </a:rPr>
              <a:t> </a:t>
            </a:r>
            <a:r>
              <a:rPr lang="en-GB" sz="900" i="1" spc="-21" dirty="0">
                <a:latin typeface="Arial" panose="020B0604020202020204" pitchFamily="34" charset="0"/>
                <a:cs typeface="Arial" panose="020B0604020202020204" pitchFamily="34" charset="0"/>
              </a:rPr>
              <a:t>which</a:t>
            </a:r>
            <a:r>
              <a:rPr lang="en-GB" sz="900" i="1" spc="-27" dirty="0">
                <a:latin typeface="Arial" panose="020B0604020202020204" pitchFamily="34" charset="0"/>
                <a:cs typeface="Arial" panose="020B0604020202020204" pitchFamily="34" charset="0"/>
              </a:rPr>
              <a:t> </a:t>
            </a:r>
            <a:r>
              <a:rPr lang="en-GB" sz="900" i="1" spc="-6" dirty="0">
                <a:latin typeface="Arial" panose="020B0604020202020204" pitchFamily="34" charset="0"/>
                <a:cs typeface="Arial" panose="020B0604020202020204" pitchFamily="34" charset="0"/>
              </a:rPr>
              <a:t>our team </a:t>
            </a:r>
            <a:r>
              <a:rPr lang="en-GB" sz="900" i="1" spc="-18" dirty="0">
                <a:latin typeface="Arial" panose="020B0604020202020204" pitchFamily="34" charset="0"/>
                <a:cs typeface="Arial" panose="020B0604020202020204" pitchFamily="34" charset="0"/>
              </a:rPr>
              <a:t>might</a:t>
            </a:r>
            <a:r>
              <a:rPr lang="en-GB" sz="900" i="1" spc="-27" dirty="0">
                <a:latin typeface="Arial" panose="020B0604020202020204" pitchFamily="34" charset="0"/>
                <a:cs typeface="Arial" panose="020B0604020202020204" pitchFamily="34" charset="0"/>
              </a:rPr>
              <a:t> </a:t>
            </a:r>
            <a:r>
              <a:rPr lang="en-GB" sz="900" i="1" spc="-24" dirty="0">
                <a:latin typeface="Arial" panose="020B0604020202020204" pitchFamily="34" charset="0"/>
                <a:cs typeface="Arial" panose="020B0604020202020204" pitchFamily="34" charset="0"/>
              </a:rPr>
              <a:t>socialise</a:t>
            </a:r>
            <a:endParaRPr lang="en-GB" sz="9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7039DECB-D251-49AC-9F80-C5103262F63B}"/>
              </a:ext>
            </a:extLst>
          </p:cNvPr>
          <p:cNvSpPr/>
          <p:nvPr/>
        </p:nvSpPr>
        <p:spPr>
          <a:xfrm>
            <a:off x="7711655" y="1166131"/>
            <a:ext cx="3276000" cy="4852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What do we want to achieve from the programme?</a:t>
            </a:r>
          </a:p>
        </p:txBody>
      </p:sp>
      <p:sp>
        <p:nvSpPr>
          <p:cNvPr id="15" name="Rectangle 14">
            <a:extLst>
              <a:ext uri="{FF2B5EF4-FFF2-40B4-BE49-F238E27FC236}">
                <a16:creationId xmlns:a16="http://schemas.microsoft.com/office/drawing/2014/main" id="{09287CF0-9338-4F1D-9507-87084C65613D}"/>
              </a:ext>
            </a:extLst>
          </p:cNvPr>
          <p:cNvSpPr/>
          <p:nvPr/>
        </p:nvSpPr>
        <p:spPr>
          <a:xfrm>
            <a:off x="4293717" y="1651353"/>
            <a:ext cx="3276000" cy="1093902"/>
          </a:xfrm>
          <a:prstGeom prst="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i="0">
                <a:solidFill>
                  <a:schemeClr val="tx1"/>
                </a:solidFill>
                <a:latin typeface="Arial" panose="020B0604020202020204" pitchFamily="34" charset="0"/>
                <a:cs typeface="Arial" panose="020B0604020202020204" pitchFamily="34" charset="0"/>
              </a:rPr>
              <a:t>Standards the Clinical Group can keep up without us</a:t>
            </a:r>
          </a:p>
          <a:p>
            <a:r>
              <a:rPr lang="en-GB" sz="1100" i="0">
                <a:solidFill>
                  <a:schemeClr val="tx1"/>
                </a:solidFill>
                <a:latin typeface="Arial" panose="020B0604020202020204" pitchFamily="34" charset="0"/>
                <a:cs typeface="Arial" panose="020B0604020202020204" pitchFamily="34" charset="0"/>
              </a:rPr>
              <a:t>Ward teams confident using QI tools</a:t>
            </a:r>
          </a:p>
          <a:p>
            <a:r>
              <a:rPr lang="en-GB" sz="1100" i="0">
                <a:solidFill>
                  <a:schemeClr val="tx1"/>
                </a:solidFill>
                <a:latin typeface="Arial" panose="020B0604020202020204" pitchFamily="34" charset="0"/>
                <a:cs typeface="Arial" panose="020B0604020202020204" pitchFamily="34" charset="0"/>
              </a:rPr>
              <a:t>A model to spread to surgical wards</a:t>
            </a:r>
          </a:p>
        </p:txBody>
      </p:sp>
      <p:sp>
        <p:nvSpPr>
          <p:cNvPr id="16" name="Rectangle 15">
            <a:extLst>
              <a:ext uri="{FF2B5EF4-FFF2-40B4-BE49-F238E27FC236}">
                <a16:creationId xmlns:a16="http://schemas.microsoft.com/office/drawing/2014/main" id="{02C165B8-D633-4B96-B9FA-44A0489F891A}"/>
              </a:ext>
            </a:extLst>
          </p:cNvPr>
          <p:cNvSpPr/>
          <p:nvPr/>
        </p:nvSpPr>
        <p:spPr>
          <a:xfrm>
            <a:off x="4293717" y="1166131"/>
            <a:ext cx="3276000" cy="4852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What does CITI want to achieve from the programme?</a:t>
            </a:r>
          </a:p>
        </p:txBody>
      </p:sp>
      <p:sp>
        <p:nvSpPr>
          <p:cNvPr id="17" name="Rectangle 16">
            <a:extLst>
              <a:ext uri="{FF2B5EF4-FFF2-40B4-BE49-F238E27FC236}">
                <a16:creationId xmlns:a16="http://schemas.microsoft.com/office/drawing/2014/main" id="{107A7DD0-8D0B-4D64-9351-218C954E47E3}"/>
              </a:ext>
            </a:extLst>
          </p:cNvPr>
          <p:cNvSpPr/>
          <p:nvPr/>
        </p:nvSpPr>
        <p:spPr>
          <a:xfrm>
            <a:off x="841368" y="1651353"/>
            <a:ext cx="3276000" cy="1093902"/>
          </a:xfrm>
          <a:prstGeom prst="rect">
            <a:avLst/>
          </a:prstGeom>
          <a:solidFill>
            <a:schemeClr val="bg1"/>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100" i="0">
                <a:solidFill>
                  <a:schemeClr val="tx1"/>
                </a:solidFill>
                <a:latin typeface="Arial" panose="020B0604020202020204" pitchFamily="34" charset="0"/>
                <a:cs typeface="Arial" panose="020B0604020202020204" pitchFamily="34" charset="0"/>
              </a:rPr>
              <a:t>Fewer patients waiting in A&amp;E for a bed</a:t>
            </a:r>
          </a:p>
          <a:p>
            <a:r>
              <a:rPr lang="en-GB" sz="1100" i="0">
                <a:solidFill>
                  <a:schemeClr val="tx1"/>
                </a:solidFill>
                <a:latin typeface="Arial" panose="020B0604020202020204" pitchFamily="34" charset="0"/>
                <a:cs typeface="Arial" panose="020B0604020202020204" pitchFamily="34" charset="0"/>
              </a:rPr>
              <a:t>Better patient experience of discharge</a:t>
            </a:r>
          </a:p>
          <a:p>
            <a:r>
              <a:rPr lang="en-GB" sz="1100" i="0">
                <a:solidFill>
                  <a:schemeClr val="tx1"/>
                </a:solidFill>
                <a:latin typeface="Arial" panose="020B0604020202020204" pitchFamily="34" charset="0"/>
                <a:cs typeface="Arial" panose="020B0604020202020204" pitchFamily="34" charset="0"/>
              </a:rPr>
              <a:t>About 3,000 bed days a year released</a:t>
            </a:r>
          </a:p>
        </p:txBody>
      </p:sp>
      <p:sp>
        <p:nvSpPr>
          <p:cNvPr id="18" name="Rectangle 17">
            <a:extLst>
              <a:ext uri="{FF2B5EF4-FFF2-40B4-BE49-F238E27FC236}">
                <a16:creationId xmlns:a16="http://schemas.microsoft.com/office/drawing/2014/main" id="{F01AAAA8-4A16-4612-B640-D88526F55B2E}"/>
              </a:ext>
            </a:extLst>
          </p:cNvPr>
          <p:cNvSpPr/>
          <p:nvPr/>
        </p:nvSpPr>
        <p:spPr>
          <a:xfrm>
            <a:off x="841368" y="1166131"/>
            <a:ext cx="3276000" cy="48522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latin typeface="Arial" panose="020B0604020202020204" pitchFamily="34" charset="0"/>
                <a:cs typeface="Arial" panose="020B0604020202020204" pitchFamily="34" charset="0"/>
              </a:rPr>
              <a:t>What does the Trust want to achieve from the programme?</a:t>
            </a:r>
          </a:p>
        </p:txBody>
      </p:sp>
      <p:sp>
        <p:nvSpPr>
          <p:cNvPr id="19" name="Rectangle 18">
            <a:extLst>
              <a:ext uri="{FF2B5EF4-FFF2-40B4-BE49-F238E27FC236}">
                <a16:creationId xmlns:a16="http://schemas.microsoft.com/office/drawing/2014/main" id="{A2978ED0-2D11-4059-8876-258F7884BE01}"/>
              </a:ext>
            </a:extLst>
          </p:cNvPr>
          <p:cNvSpPr/>
          <p:nvPr/>
        </p:nvSpPr>
        <p:spPr>
          <a:xfrm rot="16200000">
            <a:off x="-104641" y="2038985"/>
            <a:ext cx="1498860" cy="3168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Arial" panose="020B0604020202020204" pitchFamily="34" charset="0"/>
                <a:cs typeface="Arial" panose="020B0604020202020204" pitchFamily="34" charset="0"/>
              </a:rPr>
              <a:t>Our objectives</a:t>
            </a:r>
          </a:p>
        </p:txBody>
      </p:sp>
      <p:sp>
        <p:nvSpPr>
          <p:cNvPr id="20" name="Rectangle 19">
            <a:extLst>
              <a:ext uri="{FF2B5EF4-FFF2-40B4-BE49-F238E27FC236}">
                <a16:creationId xmlns:a16="http://schemas.microsoft.com/office/drawing/2014/main" id="{D3F24A98-0225-47B8-99AC-8B74F51BEAAB}"/>
              </a:ext>
            </a:extLst>
          </p:cNvPr>
          <p:cNvSpPr/>
          <p:nvPr/>
        </p:nvSpPr>
        <p:spPr>
          <a:xfrm rot="16200000">
            <a:off x="-104642" y="4650768"/>
            <a:ext cx="1498860" cy="3168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00" b="1" dirty="0">
                <a:solidFill>
                  <a:schemeClr val="tx1"/>
                </a:solidFill>
                <a:latin typeface="Arial" panose="020B0604020202020204" pitchFamily="34" charset="0"/>
                <a:cs typeface="Arial" panose="020B0604020202020204" pitchFamily="34" charset="0"/>
              </a:rPr>
              <a:t>Ways of working</a:t>
            </a:r>
          </a:p>
        </p:txBody>
      </p:sp>
      <p:sp>
        <p:nvSpPr>
          <p:cNvPr id="21" name="Rectangle 20">
            <a:extLst>
              <a:ext uri="{FF2B5EF4-FFF2-40B4-BE49-F238E27FC236}">
                <a16:creationId xmlns:a16="http://schemas.microsoft.com/office/drawing/2014/main" id="{380938B1-6B7E-4D3D-86A9-BF94B99C27CE}"/>
              </a:ext>
            </a:extLst>
          </p:cNvPr>
          <p:cNvSpPr/>
          <p:nvPr/>
        </p:nvSpPr>
        <p:spPr>
          <a:xfrm>
            <a:off x="5766754" y="3465702"/>
            <a:ext cx="5220901" cy="1188112"/>
          </a:xfrm>
          <a:prstGeom prst="rect">
            <a:avLst/>
          </a:prstGeom>
          <a:solidFill>
            <a:schemeClr val="bg1"/>
          </a:solidFill>
          <a:ln>
            <a:solidFill>
              <a:srgbClr val="0070C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Weekly huddle, Mondays 9:30, 30 minutes, hybrid</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Collaboration hours 10am to 4pm; no meetings Friday afternoon</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Teams channel for documents, agendas and the action log</a:t>
            </a:r>
          </a:p>
          <a:p>
            <a:pPr marL="171450" indent="-171450">
              <a:buFont typeface="Arial" panose="020B0604020202020204" pitchFamily="34" charset="0"/>
              <a:buChar char="•"/>
            </a:pPr>
            <a:r>
              <a:rPr lang="en-GB" sz="1000" i="0">
                <a:solidFill>
                  <a:schemeClr val="tx1"/>
                </a:solidFill>
                <a:latin typeface="Arial" panose="020B0604020202020204" pitchFamily="34" charset="0"/>
                <a:cs typeface="Arial" panose="020B0604020202020204" pitchFamily="34" charset="0"/>
              </a:rPr>
              <a:t>Agenda out 2 days before; actions out the same day</a:t>
            </a:r>
          </a:p>
        </p:txBody>
      </p:sp>
      <p:sp>
        <p:nvSpPr>
          <p:cNvPr id="22" name="TextBox 21">
            <a:extLst>
              <a:ext uri="{FF2B5EF4-FFF2-40B4-BE49-F238E27FC236}">
                <a16:creationId xmlns:a16="http://schemas.microsoft.com/office/drawing/2014/main" id="{4BB64794-CC8D-4146-8101-BB54876A5237}"/>
              </a:ext>
            </a:extLst>
          </p:cNvPr>
          <p:cNvSpPr txBox="1"/>
          <p:nvPr/>
        </p:nvSpPr>
        <p:spPr>
          <a:xfrm>
            <a:off x="4997115" y="28994"/>
            <a:ext cx="2197769" cy="338554"/>
          </a:xfrm>
          <a:prstGeom prst="rect">
            <a:avLst/>
          </a:prstGeom>
          <a:noFill/>
        </p:spPr>
        <p:txBody>
          <a:bodyPr wrap="square" lIns="91440" tIns="45720" rIns="91440" bIns="45720" rtlCol="0" anchor="t">
            <a:spAutoFit/>
          </a:bodyPr>
          <a:lstStyle/>
          <a:p>
            <a:pPr algn="ctr"/>
            <a:r>
              <a:rPr lang="en-GB" sz="800" dirty="0">
                <a:solidFill>
                  <a:srgbClr val="FF0000"/>
                </a:solidFill>
                <a:latin typeface="Arial"/>
                <a:ea typeface="+mn-lt"/>
                <a:cs typeface="+mn-lt"/>
              </a:rPr>
              <a:t>V1 October 2022</a:t>
            </a:r>
            <a:endParaRPr lang="en-GB" sz="800" dirty="0">
              <a:latin typeface="Arial"/>
              <a:ea typeface="+mn-lt"/>
              <a:cs typeface="+mn-lt"/>
            </a:endParaRPr>
          </a:p>
          <a:p>
            <a:pPr algn="ctr"/>
            <a:endParaRPr lang="en-GB" sz="800" dirty="0">
              <a:solidFill>
                <a:srgbClr val="FF0000"/>
              </a:solidFill>
              <a:cs typeface="Calibri"/>
            </a:endParaRPr>
          </a:p>
        </p:txBody>
      </p:sp>
      <p:sp>
        <p:nvSpPr>
          <p:cNvPr id="26" name="Rectangle 25">
            <a:extLst>
              <a:ext uri="{FF2B5EF4-FFF2-40B4-BE49-F238E27FC236}">
                <a16:creationId xmlns:a16="http://schemas.microsoft.com/office/drawing/2014/main" id="{DF1C3306-C5AE-41CB-B036-1718F7A7BFB4}"/>
              </a:ext>
            </a:extLst>
          </p:cNvPr>
          <p:cNvSpPr/>
          <p:nvPr/>
        </p:nvSpPr>
        <p:spPr>
          <a:xfrm>
            <a:off x="7711654" y="2745254"/>
            <a:ext cx="3276001" cy="569446"/>
          </a:xfrm>
          <a:prstGeom prst="rect">
            <a:avLst/>
          </a:prstGeom>
          <a:solidFill>
            <a:srgbClr val="002060"/>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i="0">
                <a:solidFill>
                  <a:schemeClr val="bg1"/>
                </a:solidFill>
                <a:latin typeface="Arial" panose="020B0604020202020204" pitchFamily="34" charset="0"/>
                <a:cs typeface="Arial" panose="020B0604020202020204" pitchFamily="34" charset="0"/>
              </a:rPr>
              <a:t>Success looks like: </a:t>
            </a:r>
            <a:r>
              <a:rPr lang="en-GB" sz="1000" b="0" i="0">
                <a:solidFill>
                  <a:schemeClr val="bg1"/>
                </a:solidFill>
                <a:latin typeface="Arial" panose="020B0604020202020204" pitchFamily="34" charset="0"/>
                <a:cs typeface="Arial" panose="020B0604020202020204" pitchFamily="34" charset="0"/>
              </a:rPr>
              <a:t>every ward tests a change every fortnight</a:t>
            </a:r>
          </a:p>
        </p:txBody>
      </p:sp>
      <p:sp>
        <p:nvSpPr>
          <p:cNvPr id="27" name="Rectangle 26">
            <a:extLst>
              <a:ext uri="{FF2B5EF4-FFF2-40B4-BE49-F238E27FC236}">
                <a16:creationId xmlns:a16="http://schemas.microsoft.com/office/drawing/2014/main" id="{11334C51-672E-4A0B-9022-A58EE7ED8EA9}"/>
              </a:ext>
            </a:extLst>
          </p:cNvPr>
          <p:cNvSpPr/>
          <p:nvPr/>
        </p:nvSpPr>
        <p:spPr>
          <a:xfrm>
            <a:off x="4293718" y="2745254"/>
            <a:ext cx="3276000" cy="569446"/>
          </a:xfrm>
          <a:prstGeom prst="rect">
            <a:avLst/>
          </a:prstGeom>
          <a:solidFill>
            <a:srgbClr val="002060"/>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i="0">
                <a:solidFill>
                  <a:schemeClr val="bg1"/>
                </a:solidFill>
                <a:latin typeface="Arial" panose="020B0604020202020204" pitchFamily="34" charset="0"/>
                <a:cs typeface="Arial" panose="020B0604020202020204" pitchFamily="34" charset="0"/>
              </a:rPr>
              <a:t>Success looks like: </a:t>
            </a:r>
            <a:r>
              <a:rPr lang="en-GB" sz="1000" b="0" i="0">
                <a:solidFill>
                  <a:schemeClr val="bg1"/>
                </a:solidFill>
                <a:latin typeface="Arial" panose="020B0604020202020204" pitchFamily="34" charset="0"/>
                <a:cs typeface="Arial" panose="020B0604020202020204" pitchFamily="34" charset="0"/>
              </a:rPr>
              <a:t>ward teams run board rounds without CITI</a:t>
            </a:r>
          </a:p>
        </p:txBody>
      </p:sp>
      <p:sp>
        <p:nvSpPr>
          <p:cNvPr id="28" name="Rectangle 27">
            <a:extLst>
              <a:ext uri="{FF2B5EF4-FFF2-40B4-BE49-F238E27FC236}">
                <a16:creationId xmlns:a16="http://schemas.microsoft.com/office/drawing/2014/main" id="{05AC3FCC-1950-4C27-9660-7C64DE2B0BAA}"/>
              </a:ext>
            </a:extLst>
          </p:cNvPr>
          <p:cNvSpPr/>
          <p:nvPr/>
        </p:nvSpPr>
        <p:spPr>
          <a:xfrm>
            <a:off x="849351" y="2745254"/>
            <a:ext cx="3268017" cy="569446"/>
          </a:xfrm>
          <a:prstGeom prst="rect">
            <a:avLst/>
          </a:prstGeom>
          <a:solidFill>
            <a:srgbClr val="002060"/>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sz="1000" b="1" i="0">
                <a:solidFill>
                  <a:schemeClr val="bg1"/>
                </a:solidFill>
                <a:latin typeface="Arial" panose="020B0604020202020204" pitchFamily="34" charset="0"/>
                <a:cs typeface="Arial" panose="020B0604020202020204" pitchFamily="34" charset="0"/>
              </a:rPr>
              <a:t>Success looks like: </a:t>
            </a:r>
            <a:r>
              <a:rPr lang="en-GB" sz="1000" b="0" i="0">
                <a:solidFill>
                  <a:schemeClr val="bg1"/>
                </a:solidFill>
                <a:latin typeface="Arial" panose="020B0604020202020204" pitchFamily="34" charset="0"/>
                <a:cs typeface="Arial" panose="020B0604020202020204" pitchFamily="34" charset="0"/>
              </a:rPr>
              <a:t>33% of discharges before midday by Sept</a:t>
            </a:r>
          </a:p>
        </p:txBody>
      </p:sp>
    </p:spTree>
    <p:extLst>
      <p:ext uri="{BB962C8B-B14F-4D97-AF65-F5344CB8AC3E}">
        <p14:creationId xmlns:p14="http://schemas.microsoft.com/office/powerpoint/2010/main" val="4261146580"/>
      </p:ext>
    </p:extLst>
  </p:cSld>
  <p:clrMapOvr>
    <a:masterClrMapping/>
  </p:clrMapOvr>
</p:sld>
</file>

<file path=ppt/theme/theme1.xml><?xml version="1.0" encoding="utf-8"?>
<a:theme xmlns:a="http://schemas.openxmlformats.org/drawingml/2006/main" name="Everyday us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bilise_DRAFT Programme Mobilisation Template v0.1_2022v1" id="{59AF9E8D-95F1-4C39-8F05-6D26DF5AC02F}" vid="{EBA49EBE-9E3C-4104-97FA-D34E5BDD745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02140767-ea33-4c7b-b767-f24c208d32ac" xsi:nil="true"/>
    <lcf76f155ced4ddcb4097134ff3c332f xmlns="21697468-ab00-4187-b43e-690b347ce3ba">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1722475DE344940A41BC623561EC2B3" ma:contentTypeVersion="14" ma:contentTypeDescription="Create a new document." ma:contentTypeScope="" ma:versionID="601d944460f57618d4a961da28ce0e5b">
  <xsd:schema xmlns:xsd="http://www.w3.org/2001/XMLSchema" xmlns:xs="http://www.w3.org/2001/XMLSchema" xmlns:p="http://schemas.microsoft.com/office/2006/metadata/properties" xmlns:ns2="21697468-ab00-4187-b43e-690b347ce3ba" xmlns:ns3="02140767-ea33-4c7b-b767-f24c208d32ac" targetNamespace="http://schemas.microsoft.com/office/2006/metadata/properties" ma:root="true" ma:fieldsID="0eb22f851c0d830c12c1891fe34c39f9" ns2:_="" ns3:_="">
    <xsd:import namespace="21697468-ab00-4187-b43e-690b347ce3ba"/>
    <xsd:import namespace="02140767-ea33-4c7b-b767-f24c208d32a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697468-ab00-4187-b43e-690b347ce3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1fcb103-9447-460e-9e5b-d14289a5406c"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2140767-ea33-4c7b-b767-f24c208d32a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efda0a4c-d307-4da8-848d-a261a7855403}" ma:internalName="TaxCatchAll" ma:showField="CatchAllData" ma:web="02140767-ea33-4c7b-b767-f24c208d32ac">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D23B09-73BF-44CA-8265-00D83280FC01}">
  <ds:schemaRefs>
    <ds:schemaRef ds:uri="http://schemas.microsoft.com/sharepoint/v3/contenttype/forms"/>
  </ds:schemaRefs>
</ds:datastoreItem>
</file>

<file path=customXml/itemProps2.xml><?xml version="1.0" encoding="utf-8"?>
<ds:datastoreItem xmlns:ds="http://schemas.openxmlformats.org/officeDocument/2006/customXml" ds:itemID="{2910AF8A-D384-4751-AEC2-BE946D93DC68}">
  <ds:schemaRefs>
    <ds:schemaRef ds:uri="http://schemas.microsoft.com/office/2006/documentManagement/types"/>
    <ds:schemaRef ds:uri="http://schemas.openxmlformats.org/package/2006/metadata/core-properties"/>
    <ds:schemaRef ds:uri="http://purl.org/dc/elements/1.1/"/>
    <ds:schemaRef ds:uri="21697468-ab00-4187-b43e-690b347ce3ba"/>
    <ds:schemaRef ds:uri="http://purl.org/dc/terms/"/>
    <ds:schemaRef ds:uri="http://schemas.microsoft.com/office/infopath/2007/PartnerControls"/>
    <ds:schemaRef ds:uri="http://purl.org/dc/dcmitype/"/>
    <ds:schemaRef ds:uri="02140767-ea33-4c7b-b767-f24c208d32ac"/>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257F0579-E291-4531-87CB-376BA4061F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697468-ab00-4187-b43e-690b347ce3ba"/>
    <ds:schemaRef ds:uri="02140767-ea33-4c7b-b767-f24c208d32a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980</TotalTime>
  <Words>444</Words>
  <Application>Microsoft Office PowerPoint</Application>
  <PresentationFormat>Widescreen</PresentationFormat>
  <Paragraphs>82</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Helvetica Neue</vt:lpstr>
      <vt:lpstr>Everyday use</vt:lpstr>
      <vt:lpstr>&lt;&gt; Programme Mobilisation Document</vt:lpstr>
      <vt:lpstr>Setting up the Programme for Success</vt:lpstr>
      <vt:lpstr>Intro Manual</vt:lpstr>
      <vt:lpstr>Team Charter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Bassadone, Anna</dc:creator>
  <cp:lastModifiedBy>Beale Georgina</cp:lastModifiedBy>
  <cp:revision>21</cp:revision>
  <dcterms:created xsi:type="dcterms:W3CDTF">2022-09-20T08:34:58Z</dcterms:created>
  <dcterms:modified xsi:type="dcterms:W3CDTF">2022-11-01T13:51:08Z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2022-09-20T08:34:58Z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d957e4b4-a424-4bdc-96dd-0ef0b27d74c9</vt:lpwstr>
  </property>
  <property fmtid="{D5CDD505-2E9C-101B-9397-08002B2CF9AE}" pid="8" name="MSIP_Label_ea60d57e-af5b-4752-ac57-3e4f28ca11dc_ContentBits">
    <vt:lpwstr>0</vt:lpwstr>
  </property>
  <property fmtid="{D5CDD505-2E9C-101B-9397-08002B2CF9AE}" pid="9" name="ContentTypeId">
    <vt:lpwstr>0x01010091722475DE344940A41BC623561EC2B3</vt:lpwstr>
  </property>
  <property fmtid="{D5CDD505-2E9C-101B-9397-08002B2CF9AE}" pid="10" name="WinDIP File ID">
    <vt:lpwstr>e70fee15-c0c3-4434-a215-6555df7df36f</vt:lpwstr>
  </property>
  <property fmtid="{D5CDD505-2E9C-101B-9397-08002B2CF9AE}" pid="11" name="MediaServiceImageTags">
    <vt:lpwstr/>
  </property>
</Properties>
</file>