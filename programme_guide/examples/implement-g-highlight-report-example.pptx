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40.svg" ContentType="image/svg+xml"/>
  <Override PartName="/ppt/media/image48.svg" ContentType="image/svg+xml"/>
  <Override PartName="/ppt/media/image5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825" r:id="rId5"/>
    <p:sldMasterId id="2147483783" r:id="rId6"/>
  </p:sldMasterIdLst>
  <p:notesMasterIdLst>
    <p:notesMasterId r:id="rId11"/>
  </p:notesMasterIdLst>
  <p:handoutMasterIdLst>
    <p:handoutMasterId r:id="rId12"/>
  </p:handoutMasterIdLst>
  <p:sldIdLst>
    <p:sldId id="256" r:id="rId7"/>
    <p:sldId id="356" r:id="rId9"/>
    <p:sldId id="35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FC7F9B-0131-FB2B-16C8-964A3310074A}" name="Marsh Jack (JMARSH)" initials="M(" userId="S::jack.marsh@gstt.nhs.uk::94b846ef-4987-463b-91a8-0c9e218dd537" providerId="AD"/>
  <p188:author id="{AD2CA0B9-8953-1601-E67B-038DF257E0EF}" name="Oyakhire Jess (JOYAKHIRE)" initials="O(" userId="S::jess.oyakhire@gstt.nhs.uk::dc738f53-ab80-4c2a-9506-6983c1b524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E51BEA"/>
    <a:srgbClr val="002161"/>
    <a:srgbClr val="012467"/>
    <a:srgbClr val="0FAAA0"/>
    <a:srgbClr val="004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5B5EE9-EC94-4079-B8AD-17741133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6CE9D-CA64-4434-BC84-89AAEC3922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9F3A2-B912-44B4-9526-1D287F1925ED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8039-9300-4843-AC59-3872110DA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FDB6D-5599-454E-A627-EE40D819D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B80B-2384-4C86-84CC-1BE32647E9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83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DD42-BDE7-42DC-93A1-97BACE6BA2CE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E0CF-11F4-43B9-BE03-D91DE3E73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E0CF-11F4-43B9-BE03-D91DE3E73CC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42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8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3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0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4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42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58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6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8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3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48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41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820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4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1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13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65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127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36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299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11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401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27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47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2094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67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1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199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40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7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D4C09964-61A4-4AE2-B0E9-E89E4694F5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66" y="1273792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98CA9B-7E0E-4BC1-AEC9-D96BF2C73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1FB83E-E429-4121-8442-7432A1C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09EB6A-EF9A-42CF-9A22-346A12D52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0A1770-202D-46BC-946D-36FF5B1C6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C2732-BF6E-4F83-8EE3-776E9AF56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785C38-1EB9-4ADB-BF91-41EFB8C21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1C7EAEF-0FB1-4AAD-BDA3-BFE1054C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00C167A-9F27-408D-82D2-27C542A3A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15CBB-59FB-461F-A7F9-232A90DC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0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24308-F1A5-4E01-B176-37894196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165B68-1C22-4DE7-9A5B-BC7B25356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5AA517-7D22-4AA3-AFB4-30E49FB41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2EC3D5-7A5C-4D16-AE9C-3D05AC0E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023654-9E0D-4C4F-A02E-2DE465C63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BC5A08-85A8-4482-A835-93BD67F085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5F6DA5E-2DBC-45E1-8E1E-AADE0163B8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348669-A548-41B8-B0F7-B03414651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3FAEC5B-B86B-4C1C-80F9-5D5244CEC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17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509884D-60B7-40DC-B220-FA9192D3A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4B7F82C-EFE6-4A6F-9E36-9D6F45BFB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1"/>
          <a:stretch/>
        </p:blipFill>
        <p:spPr>
          <a:xfrm>
            <a:off x="271546" y="202898"/>
            <a:ext cx="2006140" cy="36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0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9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495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19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1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39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83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632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17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6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781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761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972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051ED95-FE55-4E55-BE2C-0BDB2DDC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5A1D27-C7DF-451F-8598-DCAF1BA2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99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63B5FF36-734A-4A2D-8343-DD2B4547D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88" b="27575"/>
          <a:stretch/>
        </p:blipFill>
        <p:spPr>
          <a:xfrm>
            <a:off x="198751" y="6207402"/>
            <a:ext cx="1223558" cy="491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C245D1-CDED-422F-AEF6-1C875F03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43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57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340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222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08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36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92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56526F-5032-4A3B-808E-F433159E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69" y="1290077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D57FD14-FCA1-45C9-A444-925DE8FC4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grpSp>
        <p:nvGrpSpPr>
          <p:cNvPr id="5" name="Graphic 24">
            <a:extLst>
              <a:ext uri="{FF2B5EF4-FFF2-40B4-BE49-F238E27FC236}">
                <a16:creationId xmlns:a16="http://schemas.microsoft.com/office/drawing/2014/main" id="{388E0269-2D7C-47E3-BF0C-C56EB2009901}"/>
              </a:ext>
            </a:extLst>
          </p:cNvPr>
          <p:cNvGrpSpPr/>
          <p:nvPr/>
        </p:nvGrpSpPr>
        <p:grpSpPr>
          <a:xfrm>
            <a:off x="1493304" y="4147980"/>
            <a:ext cx="129090" cy="123428"/>
            <a:chOff x="1493304" y="4147980"/>
            <a:chExt cx="129090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53E356-220B-4655-80CF-DE232788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304" y="4147980"/>
              <a:ext cx="129090" cy="123428"/>
            </a:xfrm>
            <a:custGeom>
              <a:avLst/>
              <a:gdLst>
                <a:gd name="connsiteX0" fmla="*/ -135 w 129090"/>
                <a:gd name="connsiteY0" fmla="*/ -135 h 123428"/>
                <a:gd name="connsiteX1" fmla="*/ 128955 w 129090"/>
                <a:gd name="connsiteY1" fmla="*/ -135 h 123428"/>
                <a:gd name="connsiteX2" fmla="*/ 128955 w 129090"/>
                <a:gd name="connsiteY2" fmla="*/ 123294 h 123428"/>
                <a:gd name="connsiteX3" fmla="*/ -135 w 129090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90" h="123428">
                  <a:moveTo>
                    <a:pt x="-135" y="-135"/>
                  </a:moveTo>
                  <a:lnTo>
                    <a:pt x="128955" y="-135"/>
                  </a:lnTo>
                  <a:lnTo>
                    <a:pt x="128955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33" name="Graphic 24">
              <a:extLst>
                <a:ext uri="{FF2B5EF4-FFF2-40B4-BE49-F238E27FC236}">
                  <a16:creationId xmlns:a16="http://schemas.microsoft.com/office/drawing/2014/main" id="{BBFC0B7F-F3DC-4BA3-8543-984A2FD0C717}"/>
                </a:ext>
              </a:extLst>
            </p:cNvPr>
            <p:cNvGrpSpPr/>
            <p:nvPr/>
          </p:nvGrpSpPr>
          <p:grpSpPr>
            <a:xfrm>
              <a:off x="1517987" y="4171464"/>
              <a:ext cx="79683" cy="76422"/>
              <a:chOff x="1517987" y="4171464"/>
              <a:chExt cx="79683" cy="76422"/>
            </a:xfrm>
            <a:solidFill>
              <a:schemeClr val="tx1"/>
            </a:solidFill>
          </p:grpSpPr>
          <p:grpSp>
            <p:nvGrpSpPr>
              <p:cNvPr id="34" name="Graphic 24">
                <a:extLst>
                  <a:ext uri="{FF2B5EF4-FFF2-40B4-BE49-F238E27FC236}">
                    <a16:creationId xmlns:a16="http://schemas.microsoft.com/office/drawing/2014/main" id="{4E5C2919-61FA-4BA6-9EF8-A70C53603F47}"/>
                  </a:ext>
                </a:extLst>
              </p:cNvPr>
              <p:cNvGrpSpPr/>
              <p:nvPr/>
            </p:nvGrpSpPr>
            <p:grpSpPr>
              <a:xfrm>
                <a:off x="1517987" y="4171464"/>
                <a:ext cx="79683" cy="76422"/>
                <a:chOff x="1517987" y="4171464"/>
                <a:chExt cx="79683" cy="76422"/>
              </a:xfrm>
              <a:solidFill>
                <a:schemeClr val="tx1"/>
              </a:solidFill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76E42024-2A8E-46D5-BE20-0311F1DD2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987" y="4171464"/>
                  <a:ext cx="79683" cy="76422"/>
                </a:xfrm>
                <a:custGeom>
                  <a:avLst/>
                  <a:gdLst>
                    <a:gd name="connsiteX0" fmla="*/ 29 w 79683"/>
                    <a:gd name="connsiteY0" fmla="*/ 28 h 76422"/>
                    <a:gd name="connsiteX1" fmla="*/ 79712 w 79683"/>
                    <a:gd name="connsiteY1" fmla="*/ 28 h 76422"/>
                    <a:gd name="connsiteX2" fmla="*/ 79712 w 79683"/>
                    <a:gd name="connsiteY2" fmla="*/ 76450 h 76422"/>
                    <a:gd name="connsiteX3" fmla="*/ 29 w 79683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683" h="76422">
                      <a:moveTo>
                        <a:pt x="29" y="28"/>
                      </a:moveTo>
                      <a:lnTo>
                        <a:pt x="79712" y="28"/>
                      </a:lnTo>
                      <a:lnTo>
                        <a:pt x="79712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4594C82-F8C4-442A-AA4C-A1C3758FFC0D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A1046E6-8F8E-4106-A4D0-946019EF5E84}"/>
                  </a:ext>
                </a:extLst>
              </p:cNvPr>
              <p:cNvGrpSpPr/>
              <p:nvPr/>
            </p:nvGrpSpPr>
            <p:grpSpPr>
              <a:xfrm>
                <a:off x="1520097" y="4173627"/>
                <a:ext cx="75466" cy="72096"/>
                <a:chOff x="1520097" y="4173627"/>
                <a:chExt cx="75466" cy="72096"/>
              </a:xfrm>
              <a:solidFill>
                <a:schemeClr val="tx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FC3E1EA-11D3-4577-ADD5-F3701872724A}"/>
                    </a:ext>
                  </a:extLst>
                </p:cNvPr>
                <p:cNvSpPr/>
                <p:nvPr/>
              </p:nvSpPr>
              <p:spPr>
                <a:xfrm>
                  <a:off x="1520097" y="4173627"/>
                  <a:ext cx="75466" cy="72096"/>
                </a:xfrm>
                <a:custGeom>
                  <a:avLst/>
                  <a:gdLst>
                    <a:gd name="connsiteX0" fmla="*/ 75315 w 75466"/>
                    <a:gd name="connsiteY0" fmla="*/ 36553 h 72096"/>
                    <a:gd name="connsiteX1" fmla="*/ 75466 w 75466"/>
                    <a:gd name="connsiteY1" fmla="*/ 36048 h 72096"/>
                    <a:gd name="connsiteX2" fmla="*/ 75315 w 75466"/>
                    <a:gd name="connsiteY2" fmla="*/ 35039 h 72096"/>
                    <a:gd name="connsiteX3" fmla="*/ 75315 w 75466"/>
                    <a:gd name="connsiteY3" fmla="*/ 32948 h 72096"/>
                    <a:gd name="connsiteX4" fmla="*/ 75165 w 75466"/>
                    <a:gd name="connsiteY4" fmla="*/ 32371 h 72096"/>
                    <a:gd name="connsiteX5" fmla="*/ 75165 w 75466"/>
                    <a:gd name="connsiteY5" fmla="*/ 31867 h 72096"/>
                    <a:gd name="connsiteX6" fmla="*/ 75014 w 75466"/>
                    <a:gd name="connsiteY6" fmla="*/ 30857 h 72096"/>
                    <a:gd name="connsiteX7" fmla="*/ 74186 w 75466"/>
                    <a:gd name="connsiteY7" fmla="*/ 26676 h 72096"/>
                    <a:gd name="connsiteX8" fmla="*/ 73583 w 75466"/>
                    <a:gd name="connsiteY8" fmla="*/ 24657 h 72096"/>
                    <a:gd name="connsiteX9" fmla="*/ 72905 w 75466"/>
                    <a:gd name="connsiteY9" fmla="*/ 22566 h 72096"/>
                    <a:gd name="connsiteX10" fmla="*/ 72001 w 75466"/>
                    <a:gd name="connsiteY10" fmla="*/ 20475 h 72096"/>
                    <a:gd name="connsiteX11" fmla="*/ 71550 w 75466"/>
                    <a:gd name="connsiteY11" fmla="*/ 19394 h 72096"/>
                    <a:gd name="connsiteX12" fmla="*/ 70947 w 75466"/>
                    <a:gd name="connsiteY12" fmla="*/ 18385 h 72096"/>
                    <a:gd name="connsiteX13" fmla="*/ 68236 w 75466"/>
                    <a:gd name="connsiteY13" fmla="*/ 14203 h 72096"/>
                    <a:gd name="connsiteX14" fmla="*/ 64696 w 75466"/>
                    <a:gd name="connsiteY14" fmla="*/ 10093 h 72096"/>
                    <a:gd name="connsiteX15" fmla="*/ 60328 w 75466"/>
                    <a:gd name="connsiteY15" fmla="*/ 6669 h 72096"/>
                    <a:gd name="connsiteX16" fmla="*/ 56035 w 75466"/>
                    <a:gd name="connsiteY16" fmla="*/ 4109 h 72096"/>
                    <a:gd name="connsiteX17" fmla="*/ 51666 w 75466"/>
                    <a:gd name="connsiteY17" fmla="*/ 2331 h 72096"/>
                    <a:gd name="connsiteX18" fmla="*/ 47298 w 75466"/>
                    <a:gd name="connsiteY18" fmla="*/ 1009 h 72096"/>
                    <a:gd name="connsiteX19" fmla="*/ 46696 w 75466"/>
                    <a:gd name="connsiteY19" fmla="*/ 1009 h 72096"/>
                    <a:gd name="connsiteX20" fmla="*/ 46696 w 75466"/>
                    <a:gd name="connsiteY20" fmla="*/ 865 h 72096"/>
                    <a:gd name="connsiteX21" fmla="*/ 45942 w 75466"/>
                    <a:gd name="connsiteY21" fmla="*/ 865 h 72096"/>
                    <a:gd name="connsiteX22" fmla="*/ 45942 w 75466"/>
                    <a:gd name="connsiteY22" fmla="*/ 721 h 72096"/>
                    <a:gd name="connsiteX23" fmla="*/ 45189 w 75466"/>
                    <a:gd name="connsiteY23" fmla="*/ 721 h 72096"/>
                    <a:gd name="connsiteX24" fmla="*/ 45189 w 75466"/>
                    <a:gd name="connsiteY24" fmla="*/ 577 h 72096"/>
                    <a:gd name="connsiteX25" fmla="*/ 44285 w 75466"/>
                    <a:gd name="connsiteY25" fmla="*/ 577 h 72096"/>
                    <a:gd name="connsiteX26" fmla="*/ 44285 w 75466"/>
                    <a:gd name="connsiteY26" fmla="*/ 433 h 72096"/>
                    <a:gd name="connsiteX27" fmla="*/ 43382 w 75466"/>
                    <a:gd name="connsiteY27" fmla="*/ 433 h 72096"/>
                    <a:gd name="connsiteX28" fmla="*/ 43382 w 75466"/>
                    <a:gd name="connsiteY28" fmla="*/ 288 h 72096"/>
                    <a:gd name="connsiteX29" fmla="*/ 42177 w 75466"/>
                    <a:gd name="connsiteY29" fmla="*/ 288 h 72096"/>
                    <a:gd name="connsiteX30" fmla="*/ 42177 w 75466"/>
                    <a:gd name="connsiteY30" fmla="*/ 144 h 72096"/>
                    <a:gd name="connsiteX31" fmla="*/ 40520 w 75466"/>
                    <a:gd name="connsiteY31" fmla="*/ 144 h 72096"/>
                    <a:gd name="connsiteX32" fmla="*/ 40520 w 75466"/>
                    <a:gd name="connsiteY32" fmla="*/ 0 h 72096"/>
                    <a:gd name="connsiteX33" fmla="*/ 34796 w 75466"/>
                    <a:gd name="connsiteY33" fmla="*/ 0 h 72096"/>
                    <a:gd name="connsiteX34" fmla="*/ 34796 w 75466"/>
                    <a:gd name="connsiteY34" fmla="*/ 144 h 72096"/>
                    <a:gd name="connsiteX35" fmla="*/ 33289 w 75466"/>
                    <a:gd name="connsiteY35" fmla="*/ 144 h 72096"/>
                    <a:gd name="connsiteX36" fmla="*/ 33289 w 75466"/>
                    <a:gd name="connsiteY36" fmla="*/ 288 h 72096"/>
                    <a:gd name="connsiteX37" fmla="*/ 32084 w 75466"/>
                    <a:gd name="connsiteY37" fmla="*/ 288 h 72096"/>
                    <a:gd name="connsiteX38" fmla="*/ 32084 w 75466"/>
                    <a:gd name="connsiteY38" fmla="*/ 433 h 72096"/>
                    <a:gd name="connsiteX39" fmla="*/ 31181 w 75466"/>
                    <a:gd name="connsiteY39" fmla="*/ 433 h 72096"/>
                    <a:gd name="connsiteX40" fmla="*/ 31181 w 75466"/>
                    <a:gd name="connsiteY40" fmla="*/ 577 h 72096"/>
                    <a:gd name="connsiteX41" fmla="*/ 30277 w 75466"/>
                    <a:gd name="connsiteY41" fmla="*/ 577 h 72096"/>
                    <a:gd name="connsiteX42" fmla="*/ 30277 w 75466"/>
                    <a:gd name="connsiteY42" fmla="*/ 721 h 72096"/>
                    <a:gd name="connsiteX43" fmla="*/ 29524 w 75466"/>
                    <a:gd name="connsiteY43" fmla="*/ 721 h 72096"/>
                    <a:gd name="connsiteX44" fmla="*/ 29524 w 75466"/>
                    <a:gd name="connsiteY44" fmla="*/ 865 h 72096"/>
                    <a:gd name="connsiteX45" fmla="*/ 28770 w 75466"/>
                    <a:gd name="connsiteY45" fmla="*/ 865 h 72096"/>
                    <a:gd name="connsiteX46" fmla="*/ 28770 w 75466"/>
                    <a:gd name="connsiteY46" fmla="*/ 1009 h 72096"/>
                    <a:gd name="connsiteX47" fmla="*/ 28017 w 75466"/>
                    <a:gd name="connsiteY47" fmla="*/ 1009 h 72096"/>
                    <a:gd name="connsiteX48" fmla="*/ 25833 w 75466"/>
                    <a:gd name="connsiteY48" fmla="*/ 1682 h 72096"/>
                    <a:gd name="connsiteX49" fmla="*/ 21540 w 75466"/>
                    <a:gd name="connsiteY49" fmla="*/ 3148 h 72096"/>
                    <a:gd name="connsiteX50" fmla="*/ 17172 w 75466"/>
                    <a:gd name="connsiteY50" fmla="*/ 5335 h 72096"/>
                    <a:gd name="connsiteX51" fmla="*/ 8812 w 75466"/>
                    <a:gd name="connsiteY51" fmla="*/ 12256 h 72096"/>
                    <a:gd name="connsiteX52" fmla="*/ 7080 w 75466"/>
                    <a:gd name="connsiteY52" fmla="*/ 14347 h 72096"/>
                    <a:gd name="connsiteX53" fmla="*/ 5724 w 75466"/>
                    <a:gd name="connsiteY53" fmla="*/ 16366 h 72096"/>
                    <a:gd name="connsiteX54" fmla="*/ 3314 w 75466"/>
                    <a:gd name="connsiteY54" fmla="*/ 20547 h 72096"/>
                    <a:gd name="connsiteX55" fmla="*/ 2485 w 75466"/>
                    <a:gd name="connsiteY55" fmla="*/ 22638 h 72096"/>
                    <a:gd name="connsiteX56" fmla="*/ 1808 w 75466"/>
                    <a:gd name="connsiteY56" fmla="*/ 24729 h 72096"/>
                    <a:gd name="connsiteX57" fmla="*/ 753 w 75466"/>
                    <a:gd name="connsiteY57" fmla="*/ 28838 h 72096"/>
                    <a:gd name="connsiteX58" fmla="*/ 452 w 75466"/>
                    <a:gd name="connsiteY58" fmla="*/ 30929 h 72096"/>
                    <a:gd name="connsiteX59" fmla="*/ 301 w 75466"/>
                    <a:gd name="connsiteY59" fmla="*/ 31506 h 72096"/>
                    <a:gd name="connsiteX60" fmla="*/ 301 w 75466"/>
                    <a:gd name="connsiteY60" fmla="*/ 32011 h 72096"/>
                    <a:gd name="connsiteX61" fmla="*/ 151 w 75466"/>
                    <a:gd name="connsiteY61" fmla="*/ 33020 h 72096"/>
                    <a:gd name="connsiteX62" fmla="*/ 0 w 75466"/>
                    <a:gd name="connsiteY62" fmla="*/ 35111 h 72096"/>
                    <a:gd name="connsiteX63" fmla="*/ 0 w 75466"/>
                    <a:gd name="connsiteY63" fmla="*/ 37130 h 72096"/>
                    <a:gd name="connsiteX64" fmla="*/ 151 w 75466"/>
                    <a:gd name="connsiteY64" fmla="*/ 39220 h 72096"/>
                    <a:gd name="connsiteX65" fmla="*/ 452 w 75466"/>
                    <a:gd name="connsiteY65" fmla="*/ 41311 h 72096"/>
                    <a:gd name="connsiteX66" fmla="*/ 1205 w 75466"/>
                    <a:gd name="connsiteY66" fmla="*/ 45421 h 72096"/>
                    <a:gd name="connsiteX67" fmla="*/ 2561 w 75466"/>
                    <a:gd name="connsiteY67" fmla="*/ 49602 h 72096"/>
                    <a:gd name="connsiteX68" fmla="*/ 4368 w 75466"/>
                    <a:gd name="connsiteY68" fmla="*/ 53712 h 72096"/>
                    <a:gd name="connsiteX69" fmla="*/ 5121 w 75466"/>
                    <a:gd name="connsiteY69" fmla="*/ 54865 h 72096"/>
                    <a:gd name="connsiteX70" fmla="*/ 5724 w 75466"/>
                    <a:gd name="connsiteY70" fmla="*/ 55802 h 72096"/>
                    <a:gd name="connsiteX71" fmla="*/ 7230 w 75466"/>
                    <a:gd name="connsiteY71" fmla="*/ 57893 h 72096"/>
                    <a:gd name="connsiteX72" fmla="*/ 10845 w 75466"/>
                    <a:gd name="connsiteY72" fmla="*/ 62075 h 72096"/>
                    <a:gd name="connsiteX73" fmla="*/ 15138 w 75466"/>
                    <a:gd name="connsiteY73" fmla="*/ 65427 h 72096"/>
                    <a:gd name="connsiteX74" fmla="*/ 19507 w 75466"/>
                    <a:gd name="connsiteY74" fmla="*/ 68023 h 72096"/>
                    <a:gd name="connsiteX75" fmla="*/ 28168 w 75466"/>
                    <a:gd name="connsiteY75" fmla="*/ 71087 h 72096"/>
                    <a:gd name="connsiteX76" fmla="*/ 28921 w 75466"/>
                    <a:gd name="connsiteY76" fmla="*/ 71087 h 72096"/>
                    <a:gd name="connsiteX77" fmla="*/ 28921 w 75466"/>
                    <a:gd name="connsiteY77" fmla="*/ 71231 h 72096"/>
                    <a:gd name="connsiteX78" fmla="*/ 29674 w 75466"/>
                    <a:gd name="connsiteY78" fmla="*/ 71231 h 72096"/>
                    <a:gd name="connsiteX79" fmla="*/ 29674 w 75466"/>
                    <a:gd name="connsiteY79" fmla="*/ 71375 h 72096"/>
                    <a:gd name="connsiteX80" fmla="*/ 30427 w 75466"/>
                    <a:gd name="connsiteY80" fmla="*/ 71375 h 72096"/>
                    <a:gd name="connsiteX81" fmla="*/ 30427 w 75466"/>
                    <a:gd name="connsiteY81" fmla="*/ 71519 h 72096"/>
                    <a:gd name="connsiteX82" fmla="*/ 31331 w 75466"/>
                    <a:gd name="connsiteY82" fmla="*/ 71519 h 72096"/>
                    <a:gd name="connsiteX83" fmla="*/ 31331 w 75466"/>
                    <a:gd name="connsiteY83" fmla="*/ 71664 h 72096"/>
                    <a:gd name="connsiteX84" fmla="*/ 32235 w 75466"/>
                    <a:gd name="connsiteY84" fmla="*/ 71664 h 72096"/>
                    <a:gd name="connsiteX85" fmla="*/ 32235 w 75466"/>
                    <a:gd name="connsiteY85" fmla="*/ 71808 h 72096"/>
                    <a:gd name="connsiteX86" fmla="*/ 33440 w 75466"/>
                    <a:gd name="connsiteY86" fmla="*/ 71808 h 72096"/>
                    <a:gd name="connsiteX87" fmla="*/ 33440 w 75466"/>
                    <a:gd name="connsiteY87" fmla="*/ 71952 h 72096"/>
                    <a:gd name="connsiteX88" fmla="*/ 35097 w 75466"/>
                    <a:gd name="connsiteY88" fmla="*/ 71952 h 72096"/>
                    <a:gd name="connsiteX89" fmla="*/ 35097 w 75466"/>
                    <a:gd name="connsiteY89" fmla="*/ 72096 h 72096"/>
                    <a:gd name="connsiteX90" fmla="*/ 40369 w 75466"/>
                    <a:gd name="connsiteY90" fmla="*/ 72096 h 72096"/>
                    <a:gd name="connsiteX91" fmla="*/ 40369 w 75466"/>
                    <a:gd name="connsiteY91" fmla="*/ 71952 h 72096"/>
                    <a:gd name="connsiteX92" fmla="*/ 42026 w 75466"/>
                    <a:gd name="connsiteY92" fmla="*/ 71952 h 72096"/>
                    <a:gd name="connsiteX93" fmla="*/ 42026 w 75466"/>
                    <a:gd name="connsiteY93" fmla="*/ 71808 h 72096"/>
                    <a:gd name="connsiteX94" fmla="*/ 43231 w 75466"/>
                    <a:gd name="connsiteY94" fmla="*/ 71808 h 72096"/>
                    <a:gd name="connsiteX95" fmla="*/ 43231 w 75466"/>
                    <a:gd name="connsiteY95" fmla="*/ 71664 h 72096"/>
                    <a:gd name="connsiteX96" fmla="*/ 44135 w 75466"/>
                    <a:gd name="connsiteY96" fmla="*/ 71664 h 72096"/>
                    <a:gd name="connsiteX97" fmla="*/ 44135 w 75466"/>
                    <a:gd name="connsiteY97" fmla="*/ 71519 h 72096"/>
                    <a:gd name="connsiteX98" fmla="*/ 45039 w 75466"/>
                    <a:gd name="connsiteY98" fmla="*/ 71519 h 72096"/>
                    <a:gd name="connsiteX99" fmla="*/ 45039 w 75466"/>
                    <a:gd name="connsiteY99" fmla="*/ 71375 h 72096"/>
                    <a:gd name="connsiteX100" fmla="*/ 45792 w 75466"/>
                    <a:gd name="connsiteY100" fmla="*/ 71375 h 72096"/>
                    <a:gd name="connsiteX101" fmla="*/ 45792 w 75466"/>
                    <a:gd name="connsiteY101" fmla="*/ 71231 h 72096"/>
                    <a:gd name="connsiteX102" fmla="*/ 46545 w 75466"/>
                    <a:gd name="connsiteY102" fmla="*/ 71231 h 72096"/>
                    <a:gd name="connsiteX103" fmla="*/ 46545 w 75466"/>
                    <a:gd name="connsiteY103" fmla="*/ 71087 h 72096"/>
                    <a:gd name="connsiteX104" fmla="*/ 47298 w 75466"/>
                    <a:gd name="connsiteY104" fmla="*/ 71087 h 72096"/>
                    <a:gd name="connsiteX105" fmla="*/ 49482 w 75466"/>
                    <a:gd name="connsiteY105" fmla="*/ 70414 h 72096"/>
                    <a:gd name="connsiteX106" fmla="*/ 58143 w 75466"/>
                    <a:gd name="connsiteY106" fmla="*/ 66761 h 72096"/>
                    <a:gd name="connsiteX107" fmla="*/ 66503 w 75466"/>
                    <a:gd name="connsiteY107" fmla="*/ 59984 h 72096"/>
                    <a:gd name="connsiteX108" fmla="*/ 69667 w 75466"/>
                    <a:gd name="connsiteY108" fmla="*/ 55802 h 72096"/>
                    <a:gd name="connsiteX109" fmla="*/ 72001 w 75466"/>
                    <a:gd name="connsiteY109" fmla="*/ 51621 h 72096"/>
                    <a:gd name="connsiteX110" fmla="*/ 73508 w 75466"/>
                    <a:gd name="connsiteY110" fmla="*/ 47511 h 72096"/>
                    <a:gd name="connsiteX111" fmla="*/ 74186 w 75466"/>
                    <a:gd name="connsiteY111" fmla="*/ 45421 h 72096"/>
                    <a:gd name="connsiteX112" fmla="*/ 74562 w 75466"/>
                    <a:gd name="connsiteY112" fmla="*/ 43330 h 72096"/>
                    <a:gd name="connsiteX113" fmla="*/ 74713 w 75466"/>
                    <a:gd name="connsiteY113" fmla="*/ 43041 h 72096"/>
                    <a:gd name="connsiteX114" fmla="*/ 74713 w 75466"/>
                    <a:gd name="connsiteY114" fmla="*/ 42753 h 72096"/>
                    <a:gd name="connsiteX115" fmla="*/ 74863 w 75466"/>
                    <a:gd name="connsiteY115" fmla="*/ 42248 h 72096"/>
                    <a:gd name="connsiteX116" fmla="*/ 75014 w 75466"/>
                    <a:gd name="connsiteY116" fmla="*/ 41239 h 72096"/>
                    <a:gd name="connsiteX117" fmla="*/ 75165 w 75466"/>
                    <a:gd name="connsiteY117" fmla="*/ 40158 h 72096"/>
                    <a:gd name="connsiteX118" fmla="*/ 75165 w 75466"/>
                    <a:gd name="connsiteY118" fmla="*/ 39653 h 72096"/>
                    <a:gd name="connsiteX119" fmla="*/ 75315 w 75466"/>
                    <a:gd name="connsiteY119" fmla="*/ 39148 h 72096"/>
                    <a:gd name="connsiteX120" fmla="*/ 75315 w 75466"/>
                    <a:gd name="connsiteY120" fmla="*/ 37130 h 72096"/>
                    <a:gd name="connsiteX121" fmla="*/ 75315 w 7546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466" h="72096">
                      <a:moveTo>
                        <a:pt x="75315" y="36553"/>
                      </a:moveTo>
                      <a:cubicBezTo>
                        <a:pt x="75347" y="36343"/>
                        <a:pt x="75479" y="36276"/>
                        <a:pt x="75466" y="36048"/>
                      </a:cubicBezTo>
                      <a:cubicBezTo>
                        <a:pt x="75453" y="35718"/>
                        <a:pt x="75315" y="35423"/>
                        <a:pt x="75315" y="35039"/>
                      </a:cubicBezTo>
                      <a:cubicBezTo>
                        <a:pt x="75315" y="34372"/>
                        <a:pt x="75422" y="33609"/>
                        <a:pt x="75315" y="32948"/>
                      </a:cubicBezTo>
                      <a:cubicBezTo>
                        <a:pt x="75284" y="32768"/>
                        <a:pt x="75165" y="32612"/>
                        <a:pt x="75165" y="32371"/>
                      </a:cubicBezTo>
                      <a:cubicBezTo>
                        <a:pt x="75165" y="32203"/>
                        <a:pt x="75177" y="32035"/>
                        <a:pt x="75165" y="31867"/>
                      </a:cubicBezTo>
                      <a:cubicBezTo>
                        <a:pt x="75133" y="31494"/>
                        <a:pt x="75045" y="31248"/>
                        <a:pt x="75014" y="30857"/>
                      </a:cubicBezTo>
                      <a:cubicBezTo>
                        <a:pt x="74901" y="29433"/>
                        <a:pt x="74418" y="28057"/>
                        <a:pt x="74186" y="26676"/>
                      </a:cubicBezTo>
                      <a:cubicBezTo>
                        <a:pt x="74073" y="26015"/>
                        <a:pt x="73828" y="25282"/>
                        <a:pt x="73583" y="24657"/>
                      </a:cubicBezTo>
                      <a:cubicBezTo>
                        <a:pt x="73320" y="23978"/>
                        <a:pt x="73144" y="23251"/>
                        <a:pt x="72905" y="22566"/>
                      </a:cubicBezTo>
                      <a:cubicBezTo>
                        <a:pt x="72654" y="21851"/>
                        <a:pt x="72303" y="21166"/>
                        <a:pt x="72001" y="20475"/>
                      </a:cubicBezTo>
                      <a:cubicBezTo>
                        <a:pt x="71851" y="20121"/>
                        <a:pt x="71675" y="19754"/>
                        <a:pt x="71550" y="19394"/>
                      </a:cubicBezTo>
                      <a:cubicBezTo>
                        <a:pt x="71418" y="19021"/>
                        <a:pt x="71117" y="18745"/>
                        <a:pt x="70947" y="18385"/>
                      </a:cubicBezTo>
                      <a:cubicBezTo>
                        <a:pt x="70250" y="16931"/>
                        <a:pt x="69209" y="15537"/>
                        <a:pt x="68236" y="14203"/>
                      </a:cubicBezTo>
                      <a:cubicBezTo>
                        <a:pt x="67213" y="12797"/>
                        <a:pt x="66008" y="11349"/>
                        <a:pt x="64696" y="10093"/>
                      </a:cubicBezTo>
                      <a:cubicBezTo>
                        <a:pt x="63365" y="8820"/>
                        <a:pt x="61790" y="7780"/>
                        <a:pt x="60328" y="6669"/>
                      </a:cubicBezTo>
                      <a:cubicBezTo>
                        <a:pt x="59054" y="5702"/>
                        <a:pt x="57497" y="4812"/>
                        <a:pt x="56035" y="4109"/>
                      </a:cubicBezTo>
                      <a:cubicBezTo>
                        <a:pt x="54616" y="3431"/>
                        <a:pt x="53166" y="2812"/>
                        <a:pt x="51666" y="2331"/>
                      </a:cubicBezTo>
                      <a:cubicBezTo>
                        <a:pt x="50223" y="1868"/>
                        <a:pt x="48723" y="1520"/>
                        <a:pt x="47298" y="1009"/>
                      </a:cubicBezTo>
                      <a:lnTo>
                        <a:pt x="46696" y="1009"/>
                      </a:lnTo>
                      <a:cubicBezTo>
                        <a:pt x="46696" y="961"/>
                        <a:pt x="46696" y="913"/>
                        <a:pt x="46696" y="865"/>
                      </a:cubicBezTo>
                      <a:lnTo>
                        <a:pt x="45942" y="865"/>
                      </a:lnTo>
                      <a:cubicBezTo>
                        <a:pt x="45942" y="817"/>
                        <a:pt x="45942" y="769"/>
                        <a:pt x="45942" y="721"/>
                      </a:cubicBezTo>
                      <a:lnTo>
                        <a:pt x="45189" y="721"/>
                      </a:lnTo>
                      <a:cubicBezTo>
                        <a:pt x="45189" y="673"/>
                        <a:pt x="45189" y="625"/>
                        <a:pt x="45189" y="577"/>
                      </a:cubicBezTo>
                      <a:lnTo>
                        <a:pt x="44285" y="577"/>
                      </a:lnTo>
                      <a:cubicBezTo>
                        <a:pt x="44285" y="529"/>
                        <a:pt x="44285" y="481"/>
                        <a:pt x="44285" y="433"/>
                      </a:cubicBezTo>
                      <a:lnTo>
                        <a:pt x="43382" y="433"/>
                      </a:lnTo>
                      <a:cubicBezTo>
                        <a:pt x="43382" y="385"/>
                        <a:pt x="43382" y="336"/>
                        <a:pt x="43382" y="288"/>
                      </a:cubicBezTo>
                      <a:lnTo>
                        <a:pt x="42177" y="288"/>
                      </a:lnTo>
                      <a:cubicBezTo>
                        <a:pt x="42177" y="240"/>
                        <a:pt x="42177" y="192"/>
                        <a:pt x="42177" y="144"/>
                      </a:cubicBezTo>
                      <a:lnTo>
                        <a:pt x="40520" y="144"/>
                      </a:lnTo>
                      <a:cubicBezTo>
                        <a:pt x="40520" y="96"/>
                        <a:pt x="40520" y="48"/>
                        <a:pt x="40520" y="0"/>
                      </a:cubicBezTo>
                      <a:lnTo>
                        <a:pt x="34796" y="0"/>
                      </a:lnTo>
                      <a:cubicBezTo>
                        <a:pt x="34796" y="48"/>
                        <a:pt x="34796" y="96"/>
                        <a:pt x="34796" y="144"/>
                      </a:cubicBezTo>
                      <a:lnTo>
                        <a:pt x="33289" y="144"/>
                      </a:lnTo>
                      <a:cubicBezTo>
                        <a:pt x="33289" y="192"/>
                        <a:pt x="33289" y="240"/>
                        <a:pt x="33289" y="288"/>
                      </a:cubicBezTo>
                      <a:lnTo>
                        <a:pt x="32084" y="288"/>
                      </a:lnTo>
                      <a:cubicBezTo>
                        <a:pt x="32084" y="336"/>
                        <a:pt x="32084" y="385"/>
                        <a:pt x="32084" y="433"/>
                      </a:cubicBezTo>
                      <a:lnTo>
                        <a:pt x="31181" y="433"/>
                      </a:lnTo>
                      <a:cubicBezTo>
                        <a:pt x="31181" y="481"/>
                        <a:pt x="31181" y="529"/>
                        <a:pt x="31181" y="577"/>
                      </a:cubicBezTo>
                      <a:lnTo>
                        <a:pt x="30277" y="577"/>
                      </a:lnTo>
                      <a:cubicBezTo>
                        <a:pt x="30277" y="625"/>
                        <a:pt x="30277" y="673"/>
                        <a:pt x="30277" y="721"/>
                      </a:cubicBezTo>
                      <a:lnTo>
                        <a:pt x="29524" y="721"/>
                      </a:lnTo>
                      <a:cubicBezTo>
                        <a:pt x="29524" y="769"/>
                        <a:pt x="29524" y="817"/>
                        <a:pt x="29524" y="865"/>
                      </a:cubicBezTo>
                      <a:lnTo>
                        <a:pt x="28770" y="865"/>
                      </a:lnTo>
                      <a:cubicBezTo>
                        <a:pt x="28770" y="913"/>
                        <a:pt x="28770" y="961"/>
                        <a:pt x="28770" y="1009"/>
                      </a:cubicBezTo>
                      <a:lnTo>
                        <a:pt x="28017" y="1009"/>
                      </a:lnTo>
                      <a:cubicBezTo>
                        <a:pt x="27296" y="1268"/>
                        <a:pt x="26561" y="1454"/>
                        <a:pt x="25833" y="1682"/>
                      </a:cubicBezTo>
                      <a:cubicBezTo>
                        <a:pt x="24377" y="2133"/>
                        <a:pt x="22952" y="2583"/>
                        <a:pt x="21540" y="3148"/>
                      </a:cubicBezTo>
                      <a:cubicBezTo>
                        <a:pt x="19990" y="3767"/>
                        <a:pt x="18609" y="4542"/>
                        <a:pt x="17172" y="5335"/>
                      </a:cubicBezTo>
                      <a:cubicBezTo>
                        <a:pt x="14034" y="7071"/>
                        <a:pt x="11002" y="9577"/>
                        <a:pt x="8812" y="12256"/>
                      </a:cubicBezTo>
                      <a:cubicBezTo>
                        <a:pt x="8216" y="12983"/>
                        <a:pt x="7613" y="13614"/>
                        <a:pt x="7080" y="14347"/>
                      </a:cubicBezTo>
                      <a:cubicBezTo>
                        <a:pt x="6609" y="14996"/>
                        <a:pt x="6195" y="15729"/>
                        <a:pt x="5724" y="16366"/>
                      </a:cubicBezTo>
                      <a:cubicBezTo>
                        <a:pt x="4783" y="17640"/>
                        <a:pt x="3822" y="19093"/>
                        <a:pt x="3314" y="20547"/>
                      </a:cubicBezTo>
                      <a:cubicBezTo>
                        <a:pt x="3075" y="21238"/>
                        <a:pt x="2837" y="21989"/>
                        <a:pt x="2485" y="22638"/>
                      </a:cubicBezTo>
                      <a:cubicBezTo>
                        <a:pt x="2140" y="23275"/>
                        <a:pt x="2046" y="24044"/>
                        <a:pt x="1808" y="24729"/>
                      </a:cubicBezTo>
                      <a:cubicBezTo>
                        <a:pt x="1343" y="26069"/>
                        <a:pt x="1111" y="27445"/>
                        <a:pt x="753" y="28838"/>
                      </a:cubicBezTo>
                      <a:cubicBezTo>
                        <a:pt x="577" y="29529"/>
                        <a:pt x="577" y="30190"/>
                        <a:pt x="452" y="30929"/>
                      </a:cubicBezTo>
                      <a:cubicBezTo>
                        <a:pt x="421" y="31116"/>
                        <a:pt x="301" y="31248"/>
                        <a:pt x="301" y="31506"/>
                      </a:cubicBezTo>
                      <a:cubicBezTo>
                        <a:pt x="301" y="31668"/>
                        <a:pt x="326" y="31849"/>
                        <a:pt x="301" y="32011"/>
                      </a:cubicBezTo>
                      <a:cubicBezTo>
                        <a:pt x="245" y="32371"/>
                        <a:pt x="151" y="32612"/>
                        <a:pt x="151" y="33020"/>
                      </a:cubicBezTo>
                      <a:cubicBezTo>
                        <a:pt x="151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1" y="38457"/>
                        <a:pt x="151" y="39220"/>
                      </a:cubicBezTo>
                      <a:cubicBezTo>
                        <a:pt x="151" y="39899"/>
                        <a:pt x="351" y="40662"/>
                        <a:pt x="452" y="41311"/>
                      </a:cubicBezTo>
                      <a:cubicBezTo>
                        <a:pt x="665" y="42711"/>
                        <a:pt x="797" y="44093"/>
                        <a:pt x="1205" y="45421"/>
                      </a:cubicBezTo>
                      <a:cubicBezTo>
                        <a:pt x="1638" y="46821"/>
                        <a:pt x="2084" y="48226"/>
                        <a:pt x="2561" y="49602"/>
                      </a:cubicBezTo>
                      <a:cubicBezTo>
                        <a:pt x="3050" y="51002"/>
                        <a:pt x="3722" y="52372"/>
                        <a:pt x="4368" y="53712"/>
                      </a:cubicBezTo>
                      <a:cubicBezTo>
                        <a:pt x="4563" y="54114"/>
                        <a:pt x="4883" y="54487"/>
                        <a:pt x="5121" y="54865"/>
                      </a:cubicBezTo>
                      <a:cubicBezTo>
                        <a:pt x="5316" y="55178"/>
                        <a:pt x="5479" y="55514"/>
                        <a:pt x="5724" y="55802"/>
                      </a:cubicBezTo>
                      <a:cubicBezTo>
                        <a:pt x="6257" y="56445"/>
                        <a:pt x="6760" y="57190"/>
                        <a:pt x="7230" y="57893"/>
                      </a:cubicBezTo>
                      <a:cubicBezTo>
                        <a:pt x="8216" y="59365"/>
                        <a:pt x="9483" y="60771"/>
                        <a:pt x="10845" y="62075"/>
                      </a:cubicBezTo>
                      <a:cubicBezTo>
                        <a:pt x="12163" y="63337"/>
                        <a:pt x="13695" y="64334"/>
                        <a:pt x="15138" y="65427"/>
                      </a:cubicBezTo>
                      <a:cubicBezTo>
                        <a:pt x="16438" y="66413"/>
                        <a:pt x="18013" y="67308"/>
                        <a:pt x="19507" y="68023"/>
                      </a:cubicBezTo>
                      <a:cubicBezTo>
                        <a:pt x="22306" y="69363"/>
                        <a:pt x="25256" y="70042"/>
                        <a:pt x="28168" y="71087"/>
                      </a:cubicBezTo>
                      <a:lnTo>
                        <a:pt x="28921" y="71087"/>
                      </a:lnTo>
                      <a:cubicBezTo>
                        <a:pt x="28921" y="71135"/>
                        <a:pt x="28921" y="71183"/>
                        <a:pt x="28921" y="71231"/>
                      </a:cubicBezTo>
                      <a:lnTo>
                        <a:pt x="29674" y="71231"/>
                      </a:lnTo>
                      <a:cubicBezTo>
                        <a:pt x="29674" y="71279"/>
                        <a:pt x="29674" y="71327"/>
                        <a:pt x="29674" y="71375"/>
                      </a:cubicBezTo>
                      <a:lnTo>
                        <a:pt x="30427" y="71375"/>
                      </a:lnTo>
                      <a:cubicBezTo>
                        <a:pt x="30427" y="71423"/>
                        <a:pt x="30427" y="71471"/>
                        <a:pt x="30427" y="71519"/>
                      </a:cubicBezTo>
                      <a:lnTo>
                        <a:pt x="31331" y="71519"/>
                      </a:lnTo>
                      <a:cubicBezTo>
                        <a:pt x="31331" y="71568"/>
                        <a:pt x="31331" y="71616"/>
                        <a:pt x="31331" y="71664"/>
                      </a:cubicBezTo>
                      <a:lnTo>
                        <a:pt x="32235" y="71664"/>
                      </a:lnTo>
                      <a:cubicBezTo>
                        <a:pt x="32235" y="71712"/>
                        <a:pt x="32235" y="71760"/>
                        <a:pt x="32235" y="71808"/>
                      </a:cubicBezTo>
                      <a:lnTo>
                        <a:pt x="33440" y="71808"/>
                      </a:lnTo>
                      <a:cubicBezTo>
                        <a:pt x="33440" y="71856"/>
                        <a:pt x="33440" y="71904"/>
                        <a:pt x="33440" y="71952"/>
                      </a:cubicBezTo>
                      <a:lnTo>
                        <a:pt x="35097" y="71952"/>
                      </a:lnTo>
                      <a:cubicBezTo>
                        <a:pt x="35097" y="72000"/>
                        <a:pt x="35097" y="72048"/>
                        <a:pt x="35097" y="72096"/>
                      </a:cubicBezTo>
                      <a:lnTo>
                        <a:pt x="40369" y="72096"/>
                      </a:lnTo>
                      <a:cubicBezTo>
                        <a:pt x="40369" y="72048"/>
                        <a:pt x="40369" y="72000"/>
                        <a:pt x="40369" y="71952"/>
                      </a:cubicBezTo>
                      <a:lnTo>
                        <a:pt x="42026" y="71952"/>
                      </a:lnTo>
                      <a:cubicBezTo>
                        <a:pt x="42026" y="71904"/>
                        <a:pt x="42026" y="71856"/>
                        <a:pt x="42026" y="71808"/>
                      </a:cubicBezTo>
                      <a:lnTo>
                        <a:pt x="43231" y="71808"/>
                      </a:lnTo>
                      <a:cubicBezTo>
                        <a:pt x="43231" y="71760"/>
                        <a:pt x="43231" y="71712"/>
                        <a:pt x="43231" y="71664"/>
                      </a:cubicBezTo>
                      <a:lnTo>
                        <a:pt x="44135" y="71664"/>
                      </a:lnTo>
                      <a:cubicBezTo>
                        <a:pt x="44135" y="71616"/>
                        <a:pt x="44135" y="71568"/>
                        <a:pt x="44135" y="71519"/>
                      </a:cubicBezTo>
                      <a:lnTo>
                        <a:pt x="45039" y="71519"/>
                      </a:lnTo>
                      <a:cubicBezTo>
                        <a:pt x="45039" y="71471"/>
                        <a:pt x="45039" y="71423"/>
                        <a:pt x="45039" y="71375"/>
                      </a:cubicBezTo>
                      <a:lnTo>
                        <a:pt x="45792" y="71375"/>
                      </a:lnTo>
                      <a:cubicBezTo>
                        <a:pt x="45792" y="71327"/>
                        <a:pt x="45792" y="71279"/>
                        <a:pt x="45792" y="71231"/>
                      </a:cubicBezTo>
                      <a:lnTo>
                        <a:pt x="46545" y="71231"/>
                      </a:lnTo>
                      <a:cubicBezTo>
                        <a:pt x="46545" y="71183"/>
                        <a:pt x="46545" y="71135"/>
                        <a:pt x="46545" y="71087"/>
                      </a:cubicBezTo>
                      <a:lnTo>
                        <a:pt x="47298" y="71087"/>
                      </a:lnTo>
                      <a:cubicBezTo>
                        <a:pt x="48020" y="70829"/>
                        <a:pt x="48754" y="70642"/>
                        <a:pt x="49482" y="70414"/>
                      </a:cubicBezTo>
                      <a:cubicBezTo>
                        <a:pt x="52482" y="69489"/>
                        <a:pt x="55558" y="68491"/>
                        <a:pt x="58143" y="66761"/>
                      </a:cubicBezTo>
                      <a:cubicBezTo>
                        <a:pt x="61162" y="64736"/>
                        <a:pt x="64263" y="62772"/>
                        <a:pt x="66503" y="59984"/>
                      </a:cubicBezTo>
                      <a:cubicBezTo>
                        <a:pt x="67627" y="58584"/>
                        <a:pt x="68750" y="57268"/>
                        <a:pt x="69667" y="55802"/>
                      </a:cubicBezTo>
                      <a:cubicBezTo>
                        <a:pt x="70539" y="54409"/>
                        <a:pt x="71342" y="53087"/>
                        <a:pt x="72001" y="51621"/>
                      </a:cubicBezTo>
                      <a:cubicBezTo>
                        <a:pt x="72604" y="50275"/>
                        <a:pt x="73018" y="48911"/>
                        <a:pt x="73508" y="47511"/>
                      </a:cubicBezTo>
                      <a:cubicBezTo>
                        <a:pt x="73746" y="46833"/>
                        <a:pt x="74060" y="46142"/>
                        <a:pt x="74186" y="45421"/>
                      </a:cubicBezTo>
                      <a:cubicBezTo>
                        <a:pt x="74311" y="44718"/>
                        <a:pt x="74443" y="44063"/>
                        <a:pt x="74562" y="43330"/>
                      </a:cubicBezTo>
                      <a:cubicBezTo>
                        <a:pt x="74575" y="43234"/>
                        <a:pt x="74694" y="43168"/>
                        <a:pt x="74713" y="43041"/>
                      </a:cubicBezTo>
                      <a:cubicBezTo>
                        <a:pt x="74725" y="42945"/>
                        <a:pt x="74700" y="42849"/>
                        <a:pt x="74713" y="42753"/>
                      </a:cubicBezTo>
                      <a:cubicBezTo>
                        <a:pt x="74744" y="42555"/>
                        <a:pt x="74832" y="42459"/>
                        <a:pt x="74863" y="42248"/>
                      </a:cubicBezTo>
                      <a:cubicBezTo>
                        <a:pt x="74920" y="41870"/>
                        <a:pt x="74983" y="41606"/>
                        <a:pt x="75014" y="41239"/>
                      </a:cubicBezTo>
                      <a:cubicBezTo>
                        <a:pt x="75052" y="40831"/>
                        <a:pt x="75165" y="40560"/>
                        <a:pt x="75165" y="40158"/>
                      </a:cubicBezTo>
                      <a:cubicBezTo>
                        <a:pt x="75165" y="39989"/>
                        <a:pt x="75146" y="39815"/>
                        <a:pt x="75165" y="39653"/>
                      </a:cubicBezTo>
                      <a:cubicBezTo>
                        <a:pt x="75190" y="39449"/>
                        <a:pt x="75290" y="39298"/>
                        <a:pt x="75315" y="39148"/>
                      </a:cubicBezTo>
                      <a:cubicBezTo>
                        <a:pt x="75422" y="38511"/>
                        <a:pt x="75315" y="37772"/>
                        <a:pt x="75315" y="37130"/>
                      </a:cubicBezTo>
                      <a:cubicBezTo>
                        <a:pt x="75315" y="36943"/>
                        <a:pt x="75284" y="36733"/>
                        <a:pt x="75315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B7571AB-47F7-4DA5-BAC6-97254201894E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53" name="Graphic 25">
            <a:extLst>
              <a:ext uri="{FF2B5EF4-FFF2-40B4-BE49-F238E27FC236}">
                <a16:creationId xmlns:a16="http://schemas.microsoft.com/office/drawing/2014/main" id="{EACBF505-6C2F-410C-B055-39CE337CAD8E}"/>
              </a:ext>
            </a:extLst>
          </p:cNvPr>
          <p:cNvGrpSpPr/>
          <p:nvPr/>
        </p:nvGrpSpPr>
        <p:grpSpPr>
          <a:xfrm>
            <a:off x="4357861" y="4599973"/>
            <a:ext cx="128618" cy="123428"/>
            <a:chOff x="4357861" y="4599973"/>
            <a:chExt cx="128618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FFEE82-D91D-401F-8A4F-7A440A9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61" y="4599973"/>
              <a:ext cx="128618" cy="123428"/>
            </a:xfrm>
            <a:custGeom>
              <a:avLst/>
              <a:gdLst>
                <a:gd name="connsiteX0" fmla="*/ -135 w 128618"/>
                <a:gd name="connsiteY0" fmla="*/ -135 h 123428"/>
                <a:gd name="connsiteX1" fmla="*/ 128483 w 128618"/>
                <a:gd name="connsiteY1" fmla="*/ -135 h 123428"/>
                <a:gd name="connsiteX2" fmla="*/ 128483 w 128618"/>
                <a:gd name="connsiteY2" fmla="*/ 123294 h 123428"/>
                <a:gd name="connsiteX3" fmla="*/ -135 w 128618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" h="123428">
                  <a:moveTo>
                    <a:pt x="-135" y="-135"/>
                  </a:moveTo>
                  <a:lnTo>
                    <a:pt x="128483" y="-135"/>
                  </a:lnTo>
                  <a:lnTo>
                    <a:pt x="128483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55" name="Graphic 25">
              <a:extLst>
                <a:ext uri="{FF2B5EF4-FFF2-40B4-BE49-F238E27FC236}">
                  <a16:creationId xmlns:a16="http://schemas.microsoft.com/office/drawing/2014/main" id="{2A485B8A-8D34-44C4-84CA-1E49439D83C0}"/>
                </a:ext>
              </a:extLst>
            </p:cNvPr>
            <p:cNvGrpSpPr/>
            <p:nvPr/>
          </p:nvGrpSpPr>
          <p:grpSpPr>
            <a:xfrm>
              <a:off x="4382454" y="4623457"/>
              <a:ext cx="79392" cy="76422"/>
              <a:chOff x="4382454" y="4623457"/>
              <a:chExt cx="79392" cy="76422"/>
            </a:xfrm>
            <a:solidFill>
              <a:schemeClr val="tx1"/>
            </a:solidFill>
          </p:grpSpPr>
          <p:grpSp>
            <p:nvGrpSpPr>
              <p:cNvPr id="56" name="Graphic 25">
                <a:extLst>
                  <a:ext uri="{FF2B5EF4-FFF2-40B4-BE49-F238E27FC236}">
                    <a16:creationId xmlns:a16="http://schemas.microsoft.com/office/drawing/2014/main" id="{3CAD6502-5F17-4149-B91A-9A2C69734AC7}"/>
                  </a:ext>
                </a:extLst>
              </p:cNvPr>
              <p:cNvGrpSpPr/>
              <p:nvPr/>
            </p:nvGrpSpPr>
            <p:grpSpPr>
              <a:xfrm>
                <a:off x="4382454" y="4623457"/>
                <a:ext cx="79392" cy="76422"/>
                <a:chOff x="4382454" y="4623457"/>
                <a:chExt cx="79392" cy="76422"/>
              </a:xfrm>
              <a:solidFill>
                <a:schemeClr val="tx1"/>
              </a:solidFill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4672D70-0103-4ACB-A727-A8C5056EB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2454" y="4623457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90554BF-227D-4DCA-923C-8DEC4224334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9" name="Graphic 25">
                <a:extLst>
                  <a:ext uri="{FF2B5EF4-FFF2-40B4-BE49-F238E27FC236}">
                    <a16:creationId xmlns:a16="http://schemas.microsoft.com/office/drawing/2014/main" id="{1951E374-28D6-4587-84A1-E4D4AA9A8DE1}"/>
                  </a:ext>
                </a:extLst>
              </p:cNvPr>
              <p:cNvGrpSpPr/>
              <p:nvPr/>
            </p:nvGrpSpPr>
            <p:grpSpPr>
              <a:xfrm>
                <a:off x="4384555" y="4625620"/>
                <a:ext cx="75191" cy="72096"/>
                <a:chOff x="4384555" y="4625620"/>
                <a:chExt cx="75191" cy="72096"/>
              </a:xfrm>
              <a:solidFill>
                <a:schemeClr val="tx1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18F0D86-D4ED-467C-9306-19836860B429}"/>
                    </a:ext>
                  </a:extLst>
                </p:cNvPr>
                <p:cNvSpPr/>
                <p:nvPr/>
              </p:nvSpPr>
              <p:spPr>
                <a:xfrm>
                  <a:off x="4384555" y="4625620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8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6 w 75191"/>
                    <a:gd name="connsiteY13" fmla="*/ 14203 h 72096"/>
                    <a:gd name="connsiteX14" fmla="*/ 64459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4 w 75191"/>
                    <a:gd name="connsiteY21" fmla="*/ 865 h 72096"/>
                    <a:gd name="connsiteX22" fmla="*/ 45774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2 w 75191"/>
                    <a:gd name="connsiteY29" fmla="*/ 288 h 72096"/>
                    <a:gd name="connsiteX30" fmla="*/ 42022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1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2 w 75191"/>
                    <a:gd name="connsiteY92" fmla="*/ 71952 h 72096"/>
                    <a:gd name="connsiteX93" fmla="*/ 41872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4 w 75191"/>
                    <a:gd name="connsiteY100" fmla="*/ 71375 h 72096"/>
                    <a:gd name="connsiteX101" fmla="*/ 45624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0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8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1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6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7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6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8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6" y="14203"/>
                      </a:cubicBezTo>
                      <a:cubicBezTo>
                        <a:pt x="66967" y="12797"/>
                        <a:pt x="65766" y="11349"/>
                        <a:pt x="64459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4" y="865"/>
                      </a:lnTo>
                      <a:cubicBezTo>
                        <a:pt x="45774" y="817"/>
                        <a:pt x="45774" y="769"/>
                        <a:pt x="45774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2" y="288"/>
                      </a:lnTo>
                      <a:cubicBezTo>
                        <a:pt x="42022" y="240"/>
                        <a:pt x="42022" y="192"/>
                        <a:pt x="42022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8" y="2583"/>
                        <a:pt x="21461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2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3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2" y="71952"/>
                      </a:lnTo>
                      <a:cubicBezTo>
                        <a:pt x="41872" y="71904"/>
                        <a:pt x="41872" y="71856"/>
                        <a:pt x="41872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4" y="71375"/>
                      </a:lnTo>
                      <a:cubicBezTo>
                        <a:pt x="45624" y="71327"/>
                        <a:pt x="45624" y="71279"/>
                        <a:pt x="45624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0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0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1" y="54409"/>
                        <a:pt x="71082" y="53087"/>
                        <a:pt x="71738" y="51621"/>
                      </a:cubicBezTo>
                      <a:cubicBezTo>
                        <a:pt x="72339" y="50275"/>
                        <a:pt x="72751" y="48911"/>
                        <a:pt x="73239" y="47511"/>
                      </a:cubicBezTo>
                      <a:cubicBezTo>
                        <a:pt x="73477" y="46833"/>
                        <a:pt x="73789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2" y="42945"/>
                        <a:pt x="74427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1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6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7DB576A0-3351-4239-9A14-2E333CE3C08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86" name="Graphic 26">
            <a:extLst>
              <a:ext uri="{FF2B5EF4-FFF2-40B4-BE49-F238E27FC236}">
                <a16:creationId xmlns:a16="http://schemas.microsoft.com/office/drawing/2014/main" id="{60C4E31C-6FEB-4DB6-B055-3B20F0FE805A}"/>
              </a:ext>
            </a:extLst>
          </p:cNvPr>
          <p:cNvGrpSpPr/>
          <p:nvPr/>
        </p:nvGrpSpPr>
        <p:grpSpPr>
          <a:xfrm>
            <a:off x="8354029" y="4541344"/>
            <a:ext cx="128619" cy="123428"/>
            <a:chOff x="8354029" y="4541344"/>
            <a:chExt cx="128619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5B0A3AB-4E80-4757-AD2E-BB8730E5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4029" y="4541344"/>
              <a:ext cx="128619" cy="123428"/>
            </a:xfrm>
            <a:custGeom>
              <a:avLst/>
              <a:gdLst>
                <a:gd name="connsiteX0" fmla="*/ -135 w 128619"/>
                <a:gd name="connsiteY0" fmla="*/ -135 h 123428"/>
                <a:gd name="connsiteX1" fmla="*/ 128484 w 128619"/>
                <a:gd name="connsiteY1" fmla="*/ -135 h 123428"/>
                <a:gd name="connsiteX2" fmla="*/ 128484 w 128619"/>
                <a:gd name="connsiteY2" fmla="*/ 123294 h 123428"/>
                <a:gd name="connsiteX3" fmla="*/ -135 w 128619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9" h="123428">
                  <a:moveTo>
                    <a:pt x="-135" y="-135"/>
                  </a:moveTo>
                  <a:lnTo>
                    <a:pt x="128484" y="-135"/>
                  </a:lnTo>
                  <a:lnTo>
                    <a:pt x="128484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88" name="Graphic 26">
              <a:extLst>
                <a:ext uri="{FF2B5EF4-FFF2-40B4-BE49-F238E27FC236}">
                  <a16:creationId xmlns:a16="http://schemas.microsoft.com/office/drawing/2014/main" id="{FCA57A18-35ED-48FA-B33C-24CA4DFFAE38}"/>
                </a:ext>
              </a:extLst>
            </p:cNvPr>
            <p:cNvGrpSpPr/>
            <p:nvPr/>
          </p:nvGrpSpPr>
          <p:grpSpPr>
            <a:xfrm>
              <a:off x="8378622" y="4564828"/>
              <a:ext cx="79392" cy="76422"/>
              <a:chOff x="8378622" y="4564828"/>
              <a:chExt cx="79392" cy="76422"/>
            </a:xfrm>
            <a:solidFill>
              <a:schemeClr val="tx1"/>
            </a:solidFill>
          </p:grpSpPr>
          <p:grpSp>
            <p:nvGrpSpPr>
              <p:cNvPr id="89" name="Graphic 26">
                <a:extLst>
                  <a:ext uri="{FF2B5EF4-FFF2-40B4-BE49-F238E27FC236}">
                    <a16:creationId xmlns:a16="http://schemas.microsoft.com/office/drawing/2014/main" id="{3FE611BF-062B-49C2-B432-CC9F66EE20C4}"/>
                  </a:ext>
                </a:extLst>
              </p:cNvPr>
              <p:cNvGrpSpPr/>
              <p:nvPr/>
            </p:nvGrpSpPr>
            <p:grpSpPr>
              <a:xfrm>
                <a:off x="8378622" y="4564828"/>
                <a:ext cx="79392" cy="76422"/>
                <a:chOff x="8378622" y="4564828"/>
                <a:chExt cx="79392" cy="76422"/>
              </a:xfrm>
              <a:solidFill>
                <a:schemeClr val="tx1"/>
              </a:solidFill>
            </p:grpSpPr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D3BA1BAE-AD79-4A9A-98CA-C60BE8BAE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622" y="4564828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A06E917-2384-49CA-A74C-C3224E9DDF03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92" name="Graphic 26">
                <a:extLst>
                  <a:ext uri="{FF2B5EF4-FFF2-40B4-BE49-F238E27FC236}">
                    <a16:creationId xmlns:a16="http://schemas.microsoft.com/office/drawing/2014/main" id="{D4BA3DDB-6CDF-4EC9-ACE1-4309DA9E9CC7}"/>
                  </a:ext>
                </a:extLst>
              </p:cNvPr>
              <p:cNvGrpSpPr/>
              <p:nvPr/>
            </p:nvGrpSpPr>
            <p:grpSpPr>
              <a:xfrm>
                <a:off x="8380724" y="4566991"/>
                <a:ext cx="75191" cy="72096"/>
                <a:chOff x="8380724" y="4566991"/>
                <a:chExt cx="75191" cy="72096"/>
              </a:xfrm>
              <a:solidFill>
                <a:schemeClr val="tx1"/>
              </a:solidFill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65C4EA7-8A44-4DE0-B749-BADA68B74B20}"/>
                    </a:ext>
                  </a:extLst>
                </p:cNvPr>
                <p:cNvSpPr/>
                <p:nvPr/>
              </p:nvSpPr>
              <p:spPr>
                <a:xfrm>
                  <a:off x="8380724" y="4566991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9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7 w 75191"/>
                    <a:gd name="connsiteY13" fmla="*/ 14203 h 72096"/>
                    <a:gd name="connsiteX14" fmla="*/ 64460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5 w 75191"/>
                    <a:gd name="connsiteY21" fmla="*/ 865 h 72096"/>
                    <a:gd name="connsiteX22" fmla="*/ 45775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3 w 75191"/>
                    <a:gd name="connsiteY29" fmla="*/ 288 h 72096"/>
                    <a:gd name="connsiteX30" fmla="*/ 42023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2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3 w 75191"/>
                    <a:gd name="connsiteY92" fmla="*/ 71952 h 72096"/>
                    <a:gd name="connsiteX93" fmla="*/ 41873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5 w 75191"/>
                    <a:gd name="connsiteY100" fmla="*/ 71375 h 72096"/>
                    <a:gd name="connsiteX101" fmla="*/ 45625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1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9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2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7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8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7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9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7" y="14203"/>
                      </a:cubicBezTo>
                      <a:cubicBezTo>
                        <a:pt x="66967" y="12797"/>
                        <a:pt x="65767" y="11349"/>
                        <a:pt x="64460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5" y="865"/>
                      </a:lnTo>
                      <a:cubicBezTo>
                        <a:pt x="45775" y="817"/>
                        <a:pt x="45775" y="769"/>
                        <a:pt x="45775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3" y="288"/>
                      </a:lnTo>
                      <a:cubicBezTo>
                        <a:pt x="42023" y="240"/>
                        <a:pt x="42023" y="192"/>
                        <a:pt x="42023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9" y="2583"/>
                        <a:pt x="21462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3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4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3" y="71952"/>
                      </a:lnTo>
                      <a:cubicBezTo>
                        <a:pt x="41873" y="71904"/>
                        <a:pt x="41873" y="71856"/>
                        <a:pt x="41873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5" y="71375"/>
                      </a:lnTo>
                      <a:cubicBezTo>
                        <a:pt x="45625" y="71327"/>
                        <a:pt x="45625" y="71279"/>
                        <a:pt x="45625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1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1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2" y="54409"/>
                        <a:pt x="71082" y="53087"/>
                        <a:pt x="71739" y="51621"/>
                      </a:cubicBezTo>
                      <a:cubicBezTo>
                        <a:pt x="72339" y="50275"/>
                        <a:pt x="72752" y="48911"/>
                        <a:pt x="73239" y="47511"/>
                      </a:cubicBezTo>
                      <a:cubicBezTo>
                        <a:pt x="73477" y="46833"/>
                        <a:pt x="73790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3" y="42945"/>
                        <a:pt x="74428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2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7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5185F374-9601-4096-9A81-688F919D50F0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97" name="Graphic 27">
            <a:extLst>
              <a:ext uri="{FF2B5EF4-FFF2-40B4-BE49-F238E27FC236}">
                <a16:creationId xmlns:a16="http://schemas.microsoft.com/office/drawing/2014/main" id="{64C43A82-AE4D-468B-9E9A-67A02C838A3C}"/>
              </a:ext>
            </a:extLst>
          </p:cNvPr>
          <p:cNvGrpSpPr/>
          <p:nvPr/>
        </p:nvGrpSpPr>
        <p:grpSpPr>
          <a:xfrm>
            <a:off x="9322251" y="3971945"/>
            <a:ext cx="131877" cy="123428"/>
            <a:chOff x="9322251" y="3971945"/>
            <a:chExt cx="131877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8E28660-2504-4B49-9256-3D63F514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2251" y="3971945"/>
              <a:ext cx="131877" cy="123428"/>
            </a:xfrm>
            <a:custGeom>
              <a:avLst/>
              <a:gdLst>
                <a:gd name="connsiteX0" fmla="*/ -135 w 131877"/>
                <a:gd name="connsiteY0" fmla="*/ -135 h 123428"/>
                <a:gd name="connsiteX1" fmla="*/ 131742 w 131877"/>
                <a:gd name="connsiteY1" fmla="*/ -135 h 123428"/>
                <a:gd name="connsiteX2" fmla="*/ 131742 w 131877"/>
                <a:gd name="connsiteY2" fmla="*/ 123294 h 123428"/>
                <a:gd name="connsiteX3" fmla="*/ -135 w 131877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77" h="123428">
                  <a:moveTo>
                    <a:pt x="-135" y="-135"/>
                  </a:moveTo>
                  <a:lnTo>
                    <a:pt x="131742" y="-135"/>
                  </a:lnTo>
                  <a:lnTo>
                    <a:pt x="131742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99" name="Graphic 27">
              <a:extLst>
                <a:ext uri="{FF2B5EF4-FFF2-40B4-BE49-F238E27FC236}">
                  <a16:creationId xmlns:a16="http://schemas.microsoft.com/office/drawing/2014/main" id="{624E3A9C-E486-4DE3-ADCD-20A54EB43582}"/>
                </a:ext>
              </a:extLst>
            </p:cNvPr>
            <p:cNvGrpSpPr/>
            <p:nvPr/>
          </p:nvGrpSpPr>
          <p:grpSpPr>
            <a:xfrm>
              <a:off x="9347468" y="3995429"/>
              <a:ext cx="81404" cy="76422"/>
              <a:chOff x="9347468" y="3995429"/>
              <a:chExt cx="81404" cy="76422"/>
            </a:xfrm>
            <a:solidFill>
              <a:schemeClr val="tx1"/>
            </a:solidFill>
          </p:grpSpPr>
          <p:grpSp>
            <p:nvGrpSpPr>
              <p:cNvPr id="100" name="Graphic 27">
                <a:extLst>
                  <a:ext uri="{FF2B5EF4-FFF2-40B4-BE49-F238E27FC236}">
                    <a16:creationId xmlns:a16="http://schemas.microsoft.com/office/drawing/2014/main" id="{046BC9F2-9AAB-4EDE-8C53-733A08E0EAC3}"/>
                  </a:ext>
                </a:extLst>
              </p:cNvPr>
              <p:cNvGrpSpPr/>
              <p:nvPr/>
            </p:nvGrpSpPr>
            <p:grpSpPr>
              <a:xfrm>
                <a:off x="9347468" y="3995429"/>
                <a:ext cx="81404" cy="76422"/>
                <a:chOff x="9347468" y="3995429"/>
                <a:chExt cx="81404" cy="76422"/>
              </a:xfrm>
              <a:solidFill>
                <a:schemeClr val="tx1"/>
              </a:solidFill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A08A3ED4-361F-4E83-A100-CE8CBF14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47468" y="3995429"/>
                  <a:ext cx="81404" cy="76422"/>
                </a:xfrm>
                <a:custGeom>
                  <a:avLst/>
                  <a:gdLst>
                    <a:gd name="connsiteX0" fmla="*/ 29 w 81404"/>
                    <a:gd name="connsiteY0" fmla="*/ 28 h 76422"/>
                    <a:gd name="connsiteX1" fmla="*/ 81433 w 81404"/>
                    <a:gd name="connsiteY1" fmla="*/ 28 h 76422"/>
                    <a:gd name="connsiteX2" fmla="*/ 81433 w 81404"/>
                    <a:gd name="connsiteY2" fmla="*/ 76450 h 76422"/>
                    <a:gd name="connsiteX3" fmla="*/ 29 w 81404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404" h="76422">
                      <a:moveTo>
                        <a:pt x="29" y="28"/>
                      </a:moveTo>
                      <a:lnTo>
                        <a:pt x="81433" y="28"/>
                      </a:lnTo>
                      <a:lnTo>
                        <a:pt x="81433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4F8A57CE-735A-4AC1-8D67-823CF477A713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3" name="Graphic 27">
                <a:extLst>
                  <a:ext uri="{FF2B5EF4-FFF2-40B4-BE49-F238E27FC236}">
                    <a16:creationId xmlns:a16="http://schemas.microsoft.com/office/drawing/2014/main" id="{5DC85C4D-A294-4E87-AC1D-ECFAFC90FFF3}"/>
                  </a:ext>
                </a:extLst>
              </p:cNvPr>
              <p:cNvGrpSpPr/>
              <p:nvPr/>
            </p:nvGrpSpPr>
            <p:grpSpPr>
              <a:xfrm>
                <a:off x="9349623" y="3997592"/>
                <a:ext cx="77096" cy="72096"/>
                <a:chOff x="9349623" y="3997592"/>
                <a:chExt cx="77096" cy="72096"/>
              </a:xfrm>
              <a:solidFill>
                <a:schemeClr val="tx1"/>
              </a:solidFill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98EF675F-D85A-4C4E-9FAB-C8A058B77486}"/>
                    </a:ext>
                  </a:extLst>
                </p:cNvPr>
                <p:cNvSpPr/>
                <p:nvPr/>
              </p:nvSpPr>
              <p:spPr>
                <a:xfrm>
                  <a:off x="9349623" y="3997592"/>
                  <a:ext cx="77096" cy="72096"/>
                </a:xfrm>
                <a:custGeom>
                  <a:avLst/>
                  <a:gdLst>
                    <a:gd name="connsiteX0" fmla="*/ 76941 w 77096"/>
                    <a:gd name="connsiteY0" fmla="*/ 36553 h 72096"/>
                    <a:gd name="connsiteX1" fmla="*/ 77095 w 77096"/>
                    <a:gd name="connsiteY1" fmla="*/ 36048 h 72096"/>
                    <a:gd name="connsiteX2" fmla="*/ 76941 w 77096"/>
                    <a:gd name="connsiteY2" fmla="*/ 35039 h 72096"/>
                    <a:gd name="connsiteX3" fmla="*/ 76941 w 77096"/>
                    <a:gd name="connsiteY3" fmla="*/ 32948 h 72096"/>
                    <a:gd name="connsiteX4" fmla="*/ 76788 w 77096"/>
                    <a:gd name="connsiteY4" fmla="*/ 32371 h 72096"/>
                    <a:gd name="connsiteX5" fmla="*/ 76788 w 77096"/>
                    <a:gd name="connsiteY5" fmla="*/ 31867 h 72096"/>
                    <a:gd name="connsiteX6" fmla="*/ 76634 w 77096"/>
                    <a:gd name="connsiteY6" fmla="*/ 30857 h 72096"/>
                    <a:gd name="connsiteX7" fmla="*/ 75787 w 77096"/>
                    <a:gd name="connsiteY7" fmla="*/ 26676 h 72096"/>
                    <a:gd name="connsiteX8" fmla="*/ 75172 w 77096"/>
                    <a:gd name="connsiteY8" fmla="*/ 24657 h 72096"/>
                    <a:gd name="connsiteX9" fmla="*/ 74479 w 77096"/>
                    <a:gd name="connsiteY9" fmla="*/ 22566 h 72096"/>
                    <a:gd name="connsiteX10" fmla="*/ 73556 w 77096"/>
                    <a:gd name="connsiteY10" fmla="*/ 20475 h 72096"/>
                    <a:gd name="connsiteX11" fmla="*/ 73094 w 77096"/>
                    <a:gd name="connsiteY11" fmla="*/ 19394 h 72096"/>
                    <a:gd name="connsiteX12" fmla="*/ 72479 w 77096"/>
                    <a:gd name="connsiteY12" fmla="*/ 18385 h 72096"/>
                    <a:gd name="connsiteX13" fmla="*/ 69709 w 77096"/>
                    <a:gd name="connsiteY13" fmla="*/ 14203 h 72096"/>
                    <a:gd name="connsiteX14" fmla="*/ 66093 w 77096"/>
                    <a:gd name="connsiteY14" fmla="*/ 10093 h 72096"/>
                    <a:gd name="connsiteX15" fmla="*/ 61630 w 77096"/>
                    <a:gd name="connsiteY15" fmla="*/ 6669 h 72096"/>
                    <a:gd name="connsiteX16" fmla="*/ 57244 w 77096"/>
                    <a:gd name="connsiteY16" fmla="*/ 4109 h 72096"/>
                    <a:gd name="connsiteX17" fmla="*/ 52782 w 77096"/>
                    <a:gd name="connsiteY17" fmla="*/ 2331 h 72096"/>
                    <a:gd name="connsiteX18" fmla="*/ 48319 w 77096"/>
                    <a:gd name="connsiteY18" fmla="*/ 1009 h 72096"/>
                    <a:gd name="connsiteX19" fmla="*/ 47704 w 77096"/>
                    <a:gd name="connsiteY19" fmla="*/ 1009 h 72096"/>
                    <a:gd name="connsiteX20" fmla="*/ 47704 w 77096"/>
                    <a:gd name="connsiteY20" fmla="*/ 865 h 72096"/>
                    <a:gd name="connsiteX21" fmla="*/ 46934 w 77096"/>
                    <a:gd name="connsiteY21" fmla="*/ 865 h 72096"/>
                    <a:gd name="connsiteX22" fmla="*/ 46934 w 77096"/>
                    <a:gd name="connsiteY22" fmla="*/ 721 h 72096"/>
                    <a:gd name="connsiteX23" fmla="*/ 46165 w 77096"/>
                    <a:gd name="connsiteY23" fmla="*/ 721 h 72096"/>
                    <a:gd name="connsiteX24" fmla="*/ 46165 w 77096"/>
                    <a:gd name="connsiteY24" fmla="*/ 577 h 72096"/>
                    <a:gd name="connsiteX25" fmla="*/ 45242 w 77096"/>
                    <a:gd name="connsiteY25" fmla="*/ 577 h 72096"/>
                    <a:gd name="connsiteX26" fmla="*/ 45242 w 77096"/>
                    <a:gd name="connsiteY26" fmla="*/ 433 h 72096"/>
                    <a:gd name="connsiteX27" fmla="*/ 44318 w 77096"/>
                    <a:gd name="connsiteY27" fmla="*/ 433 h 72096"/>
                    <a:gd name="connsiteX28" fmla="*/ 44318 w 77096"/>
                    <a:gd name="connsiteY28" fmla="*/ 288 h 72096"/>
                    <a:gd name="connsiteX29" fmla="*/ 43087 w 77096"/>
                    <a:gd name="connsiteY29" fmla="*/ 288 h 72096"/>
                    <a:gd name="connsiteX30" fmla="*/ 43087 w 77096"/>
                    <a:gd name="connsiteY30" fmla="*/ 144 h 72096"/>
                    <a:gd name="connsiteX31" fmla="*/ 41395 w 77096"/>
                    <a:gd name="connsiteY31" fmla="*/ 144 h 72096"/>
                    <a:gd name="connsiteX32" fmla="*/ 41395 w 77096"/>
                    <a:gd name="connsiteY32" fmla="*/ 0 h 72096"/>
                    <a:gd name="connsiteX33" fmla="*/ 35547 w 77096"/>
                    <a:gd name="connsiteY33" fmla="*/ 0 h 72096"/>
                    <a:gd name="connsiteX34" fmla="*/ 35547 w 77096"/>
                    <a:gd name="connsiteY34" fmla="*/ 144 h 72096"/>
                    <a:gd name="connsiteX35" fmla="*/ 34008 w 77096"/>
                    <a:gd name="connsiteY35" fmla="*/ 144 h 72096"/>
                    <a:gd name="connsiteX36" fmla="*/ 34008 w 77096"/>
                    <a:gd name="connsiteY36" fmla="*/ 288 h 72096"/>
                    <a:gd name="connsiteX37" fmla="*/ 32777 w 77096"/>
                    <a:gd name="connsiteY37" fmla="*/ 288 h 72096"/>
                    <a:gd name="connsiteX38" fmla="*/ 32777 w 77096"/>
                    <a:gd name="connsiteY38" fmla="*/ 433 h 72096"/>
                    <a:gd name="connsiteX39" fmla="*/ 31854 w 77096"/>
                    <a:gd name="connsiteY39" fmla="*/ 433 h 72096"/>
                    <a:gd name="connsiteX40" fmla="*/ 31854 w 77096"/>
                    <a:gd name="connsiteY40" fmla="*/ 577 h 72096"/>
                    <a:gd name="connsiteX41" fmla="*/ 30930 w 77096"/>
                    <a:gd name="connsiteY41" fmla="*/ 577 h 72096"/>
                    <a:gd name="connsiteX42" fmla="*/ 30930 w 77096"/>
                    <a:gd name="connsiteY42" fmla="*/ 721 h 72096"/>
                    <a:gd name="connsiteX43" fmla="*/ 30161 w 77096"/>
                    <a:gd name="connsiteY43" fmla="*/ 721 h 72096"/>
                    <a:gd name="connsiteX44" fmla="*/ 30161 w 77096"/>
                    <a:gd name="connsiteY44" fmla="*/ 865 h 72096"/>
                    <a:gd name="connsiteX45" fmla="*/ 29392 w 77096"/>
                    <a:gd name="connsiteY45" fmla="*/ 865 h 72096"/>
                    <a:gd name="connsiteX46" fmla="*/ 29392 w 77096"/>
                    <a:gd name="connsiteY46" fmla="*/ 1009 h 72096"/>
                    <a:gd name="connsiteX47" fmla="*/ 28622 w 77096"/>
                    <a:gd name="connsiteY47" fmla="*/ 1009 h 72096"/>
                    <a:gd name="connsiteX48" fmla="*/ 26391 w 77096"/>
                    <a:gd name="connsiteY48" fmla="*/ 1682 h 72096"/>
                    <a:gd name="connsiteX49" fmla="*/ 22005 w 77096"/>
                    <a:gd name="connsiteY49" fmla="*/ 3148 h 72096"/>
                    <a:gd name="connsiteX50" fmla="*/ 17543 w 77096"/>
                    <a:gd name="connsiteY50" fmla="*/ 5335 h 72096"/>
                    <a:gd name="connsiteX51" fmla="*/ 9002 w 77096"/>
                    <a:gd name="connsiteY51" fmla="*/ 12256 h 72096"/>
                    <a:gd name="connsiteX52" fmla="*/ 7233 w 77096"/>
                    <a:gd name="connsiteY52" fmla="*/ 14347 h 72096"/>
                    <a:gd name="connsiteX53" fmla="*/ 5848 w 77096"/>
                    <a:gd name="connsiteY53" fmla="*/ 16366 h 72096"/>
                    <a:gd name="connsiteX54" fmla="*/ 3385 w 77096"/>
                    <a:gd name="connsiteY54" fmla="*/ 20547 h 72096"/>
                    <a:gd name="connsiteX55" fmla="*/ 2539 w 77096"/>
                    <a:gd name="connsiteY55" fmla="*/ 22638 h 72096"/>
                    <a:gd name="connsiteX56" fmla="*/ 1847 w 77096"/>
                    <a:gd name="connsiteY56" fmla="*/ 24729 h 72096"/>
                    <a:gd name="connsiteX57" fmla="*/ 769 w 77096"/>
                    <a:gd name="connsiteY57" fmla="*/ 28838 h 72096"/>
                    <a:gd name="connsiteX58" fmla="*/ 462 w 77096"/>
                    <a:gd name="connsiteY58" fmla="*/ 30929 h 72096"/>
                    <a:gd name="connsiteX59" fmla="*/ 308 w 77096"/>
                    <a:gd name="connsiteY59" fmla="*/ 31506 h 72096"/>
                    <a:gd name="connsiteX60" fmla="*/ 308 w 77096"/>
                    <a:gd name="connsiteY60" fmla="*/ 32011 h 72096"/>
                    <a:gd name="connsiteX61" fmla="*/ 154 w 77096"/>
                    <a:gd name="connsiteY61" fmla="*/ 33020 h 72096"/>
                    <a:gd name="connsiteX62" fmla="*/ 0 w 77096"/>
                    <a:gd name="connsiteY62" fmla="*/ 35111 h 72096"/>
                    <a:gd name="connsiteX63" fmla="*/ 0 w 77096"/>
                    <a:gd name="connsiteY63" fmla="*/ 37130 h 72096"/>
                    <a:gd name="connsiteX64" fmla="*/ 154 w 77096"/>
                    <a:gd name="connsiteY64" fmla="*/ 39220 h 72096"/>
                    <a:gd name="connsiteX65" fmla="*/ 462 w 77096"/>
                    <a:gd name="connsiteY65" fmla="*/ 41311 h 72096"/>
                    <a:gd name="connsiteX66" fmla="*/ 1231 w 77096"/>
                    <a:gd name="connsiteY66" fmla="*/ 45421 h 72096"/>
                    <a:gd name="connsiteX67" fmla="*/ 2616 w 77096"/>
                    <a:gd name="connsiteY67" fmla="*/ 49602 h 72096"/>
                    <a:gd name="connsiteX68" fmla="*/ 4463 w 77096"/>
                    <a:gd name="connsiteY68" fmla="*/ 53712 h 72096"/>
                    <a:gd name="connsiteX69" fmla="*/ 5232 w 77096"/>
                    <a:gd name="connsiteY69" fmla="*/ 54865 h 72096"/>
                    <a:gd name="connsiteX70" fmla="*/ 5848 w 77096"/>
                    <a:gd name="connsiteY70" fmla="*/ 55802 h 72096"/>
                    <a:gd name="connsiteX71" fmla="*/ 7386 w 77096"/>
                    <a:gd name="connsiteY71" fmla="*/ 57893 h 72096"/>
                    <a:gd name="connsiteX72" fmla="*/ 11080 w 77096"/>
                    <a:gd name="connsiteY72" fmla="*/ 62075 h 72096"/>
                    <a:gd name="connsiteX73" fmla="*/ 15465 w 77096"/>
                    <a:gd name="connsiteY73" fmla="*/ 65427 h 72096"/>
                    <a:gd name="connsiteX74" fmla="*/ 19928 w 77096"/>
                    <a:gd name="connsiteY74" fmla="*/ 68023 h 72096"/>
                    <a:gd name="connsiteX75" fmla="*/ 28776 w 77096"/>
                    <a:gd name="connsiteY75" fmla="*/ 71087 h 72096"/>
                    <a:gd name="connsiteX76" fmla="*/ 29546 w 77096"/>
                    <a:gd name="connsiteY76" fmla="*/ 71087 h 72096"/>
                    <a:gd name="connsiteX77" fmla="*/ 29546 w 77096"/>
                    <a:gd name="connsiteY77" fmla="*/ 71231 h 72096"/>
                    <a:gd name="connsiteX78" fmla="*/ 30315 w 77096"/>
                    <a:gd name="connsiteY78" fmla="*/ 71231 h 72096"/>
                    <a:gd name="connsiteX79" fmla="*/ 30315 w 77096"/>
                    <a:gd name="connsiteY79" fmla="*/ 71375 h 72096"/>
                    <a:gd name="connsiteX80" fmla="*/ 31084 w 77096"/>
                    <a:gd name="connsiteY80" fmla="*/ 71375 h 72096"/>
                    <a:gd name="connsiteX81" fmla="*/ 31084 w 77096"/>
                    <a:gd name="connsiteY81" fmla="*/ 71519 h 72096"/>
                    <a:gd name="connsiteX82" fmla="*/ 32008 w 77096"/>
                    <a:gd name="connsiteY82" fmla="*/ 71519 h 72096"/>
                    <a:gd name="connsiteX83" fmla="*/ 32008 w 77096"/>
                    <a:gd name="connsiteY83" fmla="*/ 71664 h 72096"/>
                    <a:gd name="connsiteX84" fmla="*/ 32931 w 77096"/>
                    <a:gd name="connsiteY84" fmla="*/ 71664 h 72096"/>
                    <a:gd name="connsiteX85" fmla="*/ 32931 w 77096"/>
                    <a:gd name="connsiteY85" fmla="*/ 71808 h 72096"/>
                    <a:gd name="connsiteX86" fmla="*/ 34162 w 77096"/>
                    <a:gd name="connsiteY86" fmla="*/ 71808 h 72096"/>
                    <a:gd name="connsiteX87" fmla="*/ 34162 w 77096"/>
                    <a:gd name="connsiteY87" fmla="*/ 71952 h 72096"/>
                    <a:gd name="connsiteX88" fmla="*/ 35855 w 77096"/>
                    <a:gd name="connsiteY88" fmla="*/ 71952 h 72096"/>
                    <a:gd name="connsiteX89" fmla="*/ 35855 w 77096"/>
                    <a:gd name="connsiteY89" fmla="*/ 72096 h 72096"/>
                    <a:gd name="connsiteX90" fmla="*/ 41241 w 77096"/>
                    <a:gd name="connsiteY90" fmla="*/ 72096 h 72096"/>
                    <a:gd name="connsiteX91" fmla="*/ 41241 w 77096"/>
                    <a:gd name="connsiteY91" fmla="*/ 71952 h 72096"/>
                    <a:gd name="connsiteX92" fmla="*/ 42933 w 77096"/>
                    <a:gd name="connsiteY92" fmla="*/ 71952 h 72096"/>
                    <a:gd name="connsiteX93" fmla="*/ 42933 w 77096"/>
                    <a:gd name="connsiteY93" fmla="*/ 71808 h 72096"/>
                    <a:gd name="connsiteX94" fmla="*/ 44164 w 77096"/>
                    <a:gd name="connsiteY94" fmla="*/ 71808 h 72096"/>
                    <a:gd name="connsiteX95" fmla="*/ 44164 w 77096"/>
                    <a:gd name="connsiteY95" fmla="*/ 71664 h 72096"/>
                    <a:gd name="connsiteX96" fmla="*/ 45088 w 77096"/>
                    <a:gd name="connsiteY96" fmla="*/ 71664 h 72096"/>
                    <a:gd name="connsiteX97" fmla="*/ 45088 w 77096"/>
                    <a:gd name="connsiteY97" fmla="*/ 71519 h 72096"/>
                    <a:gd name="connsiteX98" fmla="*/ 46011 w 77096"/>
                    <a:gd name="connsiteY98" fmla="*/ 71519 h 72096"/>
                    <a:gd name="connsiteX99" fmla="*/ 46011 w 77096"/>
                    <a:gd name="connsiteY99" fmla="*/ 71375 h 72096"/>
                    <a:gd name="connsiteX100" fmla="*/ 46780 w 77096"/>
                    <a:gd name="connsiteY100" fmla="*/ 71375 h 72096"/>
                    <a:gd name="connsiteX101" fmla="*/ 46780 w 77096"/>
                    <a:gd name="connsiteY101" fmla="*/ 71231 h 72096"/>
                    <a:gd name="connsiteX102" fmla="*/ 47550 w 77096"/>
                    <a:gd name="connsiteY102" fmla="*/ 71231 h 72096"/>
                    <a:gd name="connsiteX103" fmla="*/ 47550 w 77096"/>
                    <a:gd name="connsiteY103" fmla="*/ 71087 h 72096"/>
                    <a:gd name="connsiteX104" fmla="*/ 48319 w 77096"/>
                    <a:gd name="connsiteY104" fmla="*/ 71087 h 72096"/>
                    <a:gd name="connsiteX105" fmla="*/ 50551 w 77096"/>
                    <a:gd name="connsiteY105" fmla="*/ 70414 h 72096"/>
                    <a:gd name="connsiteX106" fmla="*/ 59399 w 77096"/>
                    <a:gd name="connsiteY106" fmla="*/ 66761 h 72096"/>
                    <a:gd name="connsiteX107" fmla="*/ 67939 w 77096"/>
                    <a:gd name="connsiteY107" fmla="*/ 59984 h 72096"/>
                    <a:gd name="connsiteX108" fmla="*/ 71171 w 77096"/>
                    <a:gd name="connsiteY108" fmla="*/ 55802 h 72096"/>
                    <a:gd name="connsiteX109" fmla="*/ 73556 w 77096"/>
                    <a:gd name="connsiteY109" fmla="*/ 51621 h 72096"/>
                    <a:gd name="connsiteX110" fmla="*/ 75095 w 77096"/>
                    <a:gd name="connsiteY110" fmla="*/ 47511 h 72096"/>
                    <a:gd name="connsiteX111" fmla="*/ 75787 w 77096"/>
                    <a:gd name="connsiteY111" fmla="*/ 45421 h 72096"/>
                    <a:gd name="connsiteX112" fmla="*/ 76172 w 77096"/>
                    <a:gd name="connsiteY112" fmla="*/ 43330 h 72096"/>
                    <a:gd name="connsiteX113" fmla="*/ 76326 w 77096"/>
                    <a:gd name="connsiteY113" fmla="*/ 43041 h 72096"/>
                    <a:gd name="connsiteX114" fmla="*/ 76326 w 77096"/>
                    <a:gd name="connsiteY114" fmla="*/ 42753 h 72096"/>
                    <a:gd name="connsiteX115" fmla="*/ 76480 w 77096"/>
                    <a:gd name="connsiteY115" fmla="*/ 42248 h 72096"/>
                    <a:gd name="connsiteX116" fmla="*/ 76634 w 77096"/>
                    <a:gd name="connsiteY116" fmla="*/ 41239 h 72096"/>
                    <a:gd name="connsiteX117" fmla="*/ 76788 w 77096"/>
                    <a:gd name="connsiteY117" fmla="*/ 40158 h 72096"/>
                    <a:gd name="connsiteX118" fmla="*/ 76788 w 77096"/>
                    <a:gd name="connsiteY118" fmla="*/ 39653 h 72096"/>
                    <a:gd name="connsiteX119" fmla="*/ 76941 w 77096"/>
                    <a:gd name="connsiteY119" fmla="*/ 39148 h 72096"/>
                    <a:gd name="connsiteX120" fmla="*/ 76941 w 77096"/>
                    <a:gd name="connsiteY120" fmla="*/ 37130 h 72096"/>
                    <a:gd name="connsiteX121" fmla="*/ 76941 w 7709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7096" h="72096">
                      <a:moveTo>
                        <a:pt x="76941" y="36553"/>
                      </a:moveTo>
                      <a:cubicBezTo>
                        <a:pt x="76974" y="36343"/>
                        <a:pt x="77108" y="36276"/>
                        <a:pt x="77095" y="36048"/>
                      </a:cubicBezTo>
                      <a:cubicBezTo>
                        <a:pt x="77083" y="35718"/>
                        <a:pt x="76941" y="35423"/>
                        <a:pt x="76941" y="35039"/>
                      </a:cubicBezTo>
                      <a:cubicBezTo>
                        <a:pt x="76941" y="34372"/>
                        <a:pt x="77051" y="33609"/>
                        <a:pt x="76941" y="32948"/>
                      </a:cubicBezTo>
                      <a:cubicBezTo>
                        <a:pt x="76909" y="32768"/>
                        <a:pt x="76788" y="32612"/>
                        <a:pt x="76788" y="32371"/>
                      </a:cubicBezTo>
                      <a:cubicBezTo>
                        <a:pt x="76788" y="32203"/>
                        <a:pt x="76800" y="32035"/>
                        <a:pt x="76788" y="31867"/>
                      </a:cubicBezTo>
                      <a:cubicBezTo>
                        <a:pt x="76756" y="31494"/>
                        <a:pt x="76666" y="31248"/>
                        <a:pt x="76634" y="30857"/>
                      </a:cubicBezTo>
                      <a:cubicBezTo>
                        <a:pt x="76518" y="29433"/>
                        <a:pt x="76025" y="28057"/>
                        <a:pt x="75787" y="26676"/>
                      </a:cubicBezTo>
                      <a:cubicBezTo>
                        <a:pt x="75672" y="26015"/>
                        <a:pt x="75422" y="25282"/>
                        <a:pt x="75172" y="24657"/>
                      </a:cubicBezTo>
                      <a:cubicBezTo>
                        <a:pt x="74903" y="23978"/>
                        <a:pt x="74723" y="23251"/>
                        <a:pt x="74479" y="22566"/>
                      </a:cubicBezTo>
                      <a:cubicBezTo>
                        <a:pt x="74223" y="21851"/>
                        <a:pt x="73864" y="21166"/>
                        <a:pt x="73556" y="20475"/>
                      </a:cubicBezTo>
                      <a:cubicBezTo>
                        <a:pt x="73402" y="20121"/>
                        <a:pt x="73223" y="19754"/>
                        <a:pt x="73094" y="19394"/>
                      </a:cubicBezTo>
                      <a:cubicBezTo>
                        <a:pt x="72960" y="19021"/>
                        <a:pt x="72652" y="18745"/>
                        <a:pt x="72479" y="18385"/>
                      </a:cubicBezTo>
                      <a:cubicBezTo>
                        <a:pt x="71767" y="16931"/>
                        <a:pt x="70703" y="15537"/>
                        <a:pt x="69709" y="14203"/>
                      </a:cubicBezTo>
                      <a:cubicBezTo>
                        <a:pt x="68664" y="12797"/>
                        <a:pt x="67433" y="11349"/>
                        <a:pt x="66093" y="10093"/>
                      </a:cubicBezTo>
                      <a:cubicBezTo>
                        <a:pt x="64733" y="8820"/>
                        <a:pt x="63124" y="7780"/>
                        <a:pt x="61630" y="6669"/>
                      </a:cubicBezTo>
                      <a:cubicBezTo>
                        <a:pt x="60329" y="5702"/>
                        <a:pt x="58738" y="4812"/>
                        <a:pt x="57244" y="4109"/>
                      </a:cubicBezTo>
                      <a:cubicBezTo>
                        <a:pt x="55795" y="3431"/>
                        <a:pt x="54314" y="2812"/>
                        <a:pt x="52782" y="2331"/>
                      </a:cubicBezTo>
                      <a:cubicBezTo>
                        <a:pt x="51307" y="1868"/>
                        <a:pt x="49775" y="1520"/>
                        <a:pt x="48319" y="1009"/>
                      </a:cubicBezTo>
                      <a:lnTo>
                        <a:pt x="47704" y="1009"/>
                      </a:lnTo>
                      <a:cubicBezTo>
                        <a:pt x="47704" y="961"/>
                        <a:pt x="47704" y="913"/>
                        <a:pt x="47704" y="865"/>
                      </a:cubicBezTo>
                      <a:lnTo>
                        <a:pt x="46934" y="865"/>
                      </a:lnTo>
                      <a:cubicBezTo>
                        <a:pt x="46934" y="817"/>
                        <a:pt x="46934" y="769"/>
                        <a:pt x="46934" y="721"/>
                      </a:cubicBezTo>
                      <a:lnTo>
                        <a:pt x="46165" y="721"/>
                      </a:lnTo>
                      <a:cubicBezTo>
                        <a:pt x="46165" y="673"/>
                        <a:pt x="46165" y="625"/>
                        <a:pt x="46165" y="577"/>
                      </a:cubicBezTo>
                      <a:lnTo>
                        <a:pt x="45242" y="577"/>
                      </a:lnTo>
                      <a:cubicBezTo>
                        <a:pt x="45242" y="529"/>
                        <a:pt x="45242" y="481"/>
                        <a:pt x="45242" y="433"/>
                      </a:cubicBezTo>
                      <a:lnTo>
                        <a:pt x="44318" y="433"/>
                      </a:lnTo>
                      <a:cubicBezTo>
                        <a:pt x="44318" y="385"/>
                        <a:pt x="44318" y="336"/>
                        <a:pt x="44318" y="288"/>
                      </a:cubicBezTo>
                      <a:lnTo>
                        <a:pt x="43087" y="288"/>
                      </a:lnTo>
                      <a:cubicBezTo>
                        <a:pt x="43087" y="240"/>
                        <a:pt x="43087" y="192"/>
                        <a:pt x="43087" y="144"/>
                      </a:cubicBezTo>
                      <a:lnTo>
                        <a:pt x="41395" y="144"/>
                      </a:lnTo>
                      <a:cubicBezTo>
                        <a:pt x="41395" y="96"/>
                        <a:pt x="41395" y="48"/>
                        <a:pt x="41395" y="0"/>
                      </a:cubicBezTo>
                      <a:lnTo>
                        <a:pt x="35547" y="0"/>
                      </a:lnTo>
                      <a:cubicBezTo>
                        <a:pt x="35547" y="48"/>
                        <a:pt x="35547" y="96"/>
                        <a:pt x="35547" y="144"/>
                      </a:cubicBezTo>
                      <a:lnTo>
                        <a:pt x="34008" y="144"/>
                      </a:lnTo>
                      <a:cubicBezTo>
                        <a:pt x="34008" y="192"/>
                        <a:pt x="34008" y="240"/>
                        <a:pt x="34008" y="288"/>
                      </a:cubicBezTo>
                      <a:lnTo>
                        <a:pt x="32777" y="288"/>
                      </a:lnTo>
                      <a:cubicBezTo>
                        <a:pt x="32777" y="336"/>
                        <a:pt x="32777" y="385"/>
                        <a:pt x="32777" y="433"/>
                      </a:cubicBezTo>
                      <a:lnTo>
                        <a:pt x="31854" y="433"/>
                      </a:lnTo>
                      <a:cubicBezTo>
                        <a:pt x="31854" y="481"/>
                        <a:pt x="31854" y="529"/>
                        <a:pt x="31854" y="577"/>
                      </a:cubicBezTo>
                      <a:lnTo>
                        <a:pt x="30930" y="577"/>
                      </a:lnTo>
                      <a:cubicBezTo>
                        <a:pt x="30930" y="625"/>
                        <a:pt x="30930" y="673"/>
                        <a:pt x="30930" y="721"/>
                      </a:cubicBezTo>
                      <a:lnTo>
                        <a:pt x="30161" y="721"/>
                      </a:lnTo>
                      <a:cubicBezTo>
                        <a:pt x="30161" y="769"/>
                        <a:pt x="30161" y="817"/>
                        <a:pt x="30161" y="865"/>
                      </a:cubicBezTo>
                      <a:lnTo>
                        <a:pt x="29392" y="865"/>
                      </a:lnTo>
                      <a:cubicBezTo>
                        <a:pt x="29392" y="913"/>
                        <a:pt x="29392" y="961"/>
                        <a:pt x="29392" y="1009"/>
                      </a:cubicBezTo>
                      <a:lnTo>
                        <a:pt x="28622" y="1009"/>
                      </a:lnTo>
                      <a:cubicBezTo>
                        <a:pt x="27885" y="1268"/>
                        <a:pt x="27135" y="1454"/>
                        <a:pt x="26391" y="1682"/>
                      </a:cubicBezTo>
                      <a:cubicBezTo>
                        <a:pt x="24903" y="2133"/>
                        <a:pt x="23448" y="2583"/>
                        <a:pt x="22005" y="3148"/>
                      </a:cubicBezTo>
                      <a:cubicBezTo>
                        <a:pt x="20422" y="3767"/>
                        <a:pt x="19011" y="4542"/>
                        <a:pt x="17543" y="5335"/>
                      </a:cubicBezTo>
                      <a:cubicBezTo>
                        <a:pt x="14337" y="7071"/>
                        <a:pt x="11240" y="9577"/>
                        <a:pt x="9002" y="12256"/>
                      </a:cubicBezTo>
                      <a:cubicBezTo>
                        <a:pt x="8393" y="12983"/>
                        <a:pt x="7777" y="13614"/>
                        <a:pt x="7233" y="14347"/>
                      </a:cubicBezTo>
                      <a:cubicBezTo>
                        <a:pt x="6752" y="14996"/>
                        <a:pt x="6328" y="15729"/>
                        <a:pt x="5848" y="16366"/>
                      </a:cubicBezTo>
                      <a:cubicBezTo>
                        <a:pt x="4886" y="17640"/>
                        <a:pt x="3905" y="19093"/>
                        <a:pt x="3385" y="20547"/>
                      </a:cubicBezTo>
                      <a:cubicBezTo>
                        <a:pt x="3142" y="21238"/>
                        <a:pt x="2898" y="21989"/>
                        <a:pt x="2539" y="22638"/>
                      </a:cubicBezTo>
                      <a:cubicBezTo>
                        <a:pt x="2186" y="23275"/>
                        <a:pt x="2090" y="24044"/>
                        <a:pt x="1847" y="24729"/>
                      </a:cubicBezTo>
                      <a:cubicBezTo>
                        <a:pt x="1372" y="26069"/>
                        <a:pt x="1135" y="27445"/>
                        <a:pt x="769" y="28838"/>
                      </a:cubicBezTo>
                      <a:cubicBezTo>
                        <a:pt x="590" y="29529"/>
                        <a:pt x="590" y="30190"/>
                        <a:pt x="462" y="30929"/>
                      </a:cubicBezTo>
                      <a:cubicBezTo>
                        <a:pt x="430" y="31116"/>
                        <a:pt x="308" y="31248"/>
                        <a:pt x="308" y="31506"/>
                      </a:cubicBezTo>
                      <a:cubicBezTo>
                        <a:pt x="308" y="31668"/>
                        <a:pt x="333" y="31849"/>
                        <a:pt x="308" y="32011"/>
                      </a:cubicBezTo>
                      <a:cubicBezTo>
                        <a:pt x="250" y="32371"/>
                        <a:pt x="154" y="32612"/>
                        <a:pt x="154" y="33020"/>
                      </a:cubicBezTo>
                      <a:cubicBezTo>
                        <a:pt x="154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4" y="38457"/>
                        <a:pt x="154" y="39220"/>
                      </a:cubicBezTo>
                      <a:cubicBezTo>
                        <a:pt x="154" y="39899"/>
                        <a:pt x="359" y="40662"/>
                        <a:pt x="462" y="41311"/>
                      </a:cubicBezTo>
                      <a:cubicBezTo>
                        <a:pt x="680" y="42711"/>
                        <a:pt x="814" y="44093"/>
                        <a:pt x="1231" y="45421"/>
                      </a:cubicBezTo>
                      <a:cubicBezTo>
                        <a:pt x="1673" y="46821"/>
                        <a:pt x="2129" y="48226"/>
                        <a:pt x="2616" y="49602"/>
                      </a:cubicBezTo>
                      <a:cubicBezTo>
                        <a:pt x="3116" y="51002"/>
                        <a:pt x="3802" y="52372"/>
                        <a:pt x="4463" y="53712"/>
                      </a:cubicBezTo>
                      <a:cubicBezTo>
                        <a:pt x="4661" y="54114"/>
                        <a:pt x="4988" y="54487"/>
                        <a:pt x="5232" y="54865"/>
                      </a:cubicBezTo>
                      <a:cubicBezTo>
                        <a:pt x="5431" y="55178"/>
                        <a:pt x="5597" y="55514"/>
                        <a:pt x="5848" y="55802"/>
                      </a:cubicBezTo>
                      <a:cubicBezTo>
                        <a:pt x="6393" y="56445"/>
                        <a:pt x="6905" y="57190"/>
                        <a:pt x="7386" y="57893"/>
                      </a:cubicBezTo>
                      <a:cubicBezTo>
                        <a:pt x="8393" y="59365"/>
                        <a:pt x="9688" y="60771"/>
                        <a:pt x="11080" y="62075"/>
                      </a:cubicBezTo>
                      <a:cubicBezTo>
                        <a:pt x="12426" y="63337"/>
                        <a:pt x="13991" y="64334"/>
                        <a:pt x="15465" y="65427"/>
                      </a:cubicBezTo>
                      <a:cubicBezTo>
                        <a:pt x="16792" y="66413"/>
                        <a:pt x="18402" y="67308"/>
                        <a:pt x="19928" y="68023"/>
                      </a:cubicBezTo>
                      <a:cubicBezTo>
                        <a:pt x="22788" y="69363"/>
                        <a:pt x="25801" y="70042"/>
                        <a:pt x="28776" y="71087"/>
                      </a:cubicBezTo>
                      <a:lnTo>
                        <a:pt x="29546" y="71087"/>
                      </a:lnTo>
                      <a:cubicBezTo>
                        <a:pt x="29546" y="71135"/>
                        <a:pt x="29546" y="71183"/>
                        <a:pt x="29546" y="71231"/>
                      </a:cubicBezTo>
                      <a:lnTo>
                        <a:pt x="30315" y="71231"/>
                      </a:lnTo>
                      <a:cubicBezTo>
                        <a:pt x="30315" y="71279"/>
                        <a:pt x="30315" y="71327"/>
                        <a:pt x="30315" y="71375"/>
                      </a:cubicBezTo>
                      <a:lnTo>
                        <a:pt x="31084" y="71375"/>
                      </a:lnTo>
                      <a:cubicBezTo>
                        <a:pt x="31084" y="71423"/>
                        <a:pt x="31084" y="71471"/>
                        <a:pt x="31084" y="71519"/>
                      </a:cubicBezTo>
                      <a:lnTo>
                        <a:pt x="32008" y="71519"/>
                      </a:lnTo>
                      <a:cubicBezTo>
                        <a:pt x="32008" y="71568"/>
                        <a:pt x="32008" y="71616"/>
                        <a:pt x="32008" y="71664"/>
                      </a:cubicBezTo>
                      <a:lnTo>
                        <a:pt x="32931" y="71664"/>
                      </a:lnTo>
                      <a:cubicBezTo>
                        <a:pt x="32931" y="71712"/>
                        <a:pt x="32931" y="71760"/>
                        <a:pt x="32931" y="71808"/>
                      </a:cubicBezTo>
                      <a:lnTo>
                        <a:pt x="34162" y="71808"/>
                      </a:lnTo>
                      <a:cubicBezTo>
                        <a:pt x="34162" y="71856"/>
                        <a:pt x="34162" y="71904"/>
                        <a:pt x="34162" y="71952"/>
                      </a:cubicBezTo>
                      <a:lnTo>
                        <a:pt x="35855" y="71952"/>
                      </a:lnTo>
                      <a:cubicBezTo>
                        <a:pt x="35855" y="72000"/>
                        <a:pt x="35855" y="72048"/>
                        <a:pt x="35855" y="72096"/>
                      </a:cubicBezTo>
                      <a:lnTo>
                        <a:pt x="41241" y="72096"/>
                      </a:lnTo>
                      <a:cubicBezTo>
                        <a:pt x="41241" y="72048"/>
                        <a:pt x="41241" y="72000"/>
                        <a:pt x="41241" y="71952"/>
                      </a:cubicBezTo>
                      <a:lnTo>
                        <a:pt x="42933" y="71952"/>
                      </a:lnTo>
                      <a:cubicBezTo>
                        <a:pt x="42933" y="71904"/>
                        <a:pt x="42933" y="71856"/>
                        <a:pt x="42933" y="71808"/>
                      </a:cubicBezTo>
                      <a:lnTo>
                        <a:pt x="44164" y="71808"/>
                      </a:lnTo>
                      <a:cubicBezTo>
                        <a:pt x="44164" y="71760"/>
                        <a:pt x="44164" y="71712"/>
                        <a:pt x="44164" y="71664"/>
                      </a:cubicBezTo>
                      <a:lnTo>
                        <a:pt x="45088" y="71664"/>
                      </a:lnTo>
                      <a:cubicBezTo>
                        <a:pt x="45088" y="71616"/>
                        <a:pt x="45088" y="71568"/>
                        <a:pt x="45088" y="71519"/>
                      </a:cubicBezTo>
                      <a:lnTo>
                        <a:pt x="46011" y="71519"/>
                      </a:lnTo>
                      <a:cubicBezTo>
                        <a:pt x="46011" y="71471"/>
                        <a:pt x="46011" y="71423"/>
                        <a:pt x="46011" y="71375"/>
                      </a:cubicBezTo>
                      <a:lnTo>
                        <a:pt x="46780" y="71375"/>
                      </a:lnTo>
                      <a:cubicBezTo>
                        <a:pt x="46780" y="71327"/>
                        <a:pt x="46780" y="71279"/>
                        <a:pt x="46780" y="71231"/>
                      </a:cubicBezTo>
                      <a:lnTo>
                        <a:pt x="47550" y="71231"/>
                      </a:lnTo>
                      <a:cubicBezTo>
                        <a:pt x="47550" y="71183"/>
                        <a:pt x="47550" y="71135"/>
                        <a:pt x="47550" y="71087"/>
                      </a:cubicBezTo>
                      <a:lnTo>
                        <a:pt x="48319" y="71087"/>
                      </a:lnTo>
                      <a:cubicBezTo>
                        <a:pt x="49057" y="70829"/>
                        <a:pt x="49807" y="70642"/>
                        <a:pt x="50551" y="70414"/>
                      </a:cubicBezTo>
                      <a:cubicBezTo>
                        <a:pt x="53615" y="69489"/>
                        <a:pt x="56757" y="68491"/>
                        <a:pt x="59399" y="66761"/>
                      </a:cubicBezTo>
                      <a:cubicBezTo>
                        <a:pt x="62483" y="64736"/>
                        <a:pt x="65650" y="62772"/>
                        <a:pt x="67939" y="59984"/>
                      </a:cubicBezTo>
                      <a:cubicBezTo>
                        <a:pt x="69087" y="58584"/>
                        <a:pt x="70235" y="57268"/>
                        <a:pt x="71171" y="55802"/>
                      </a:cubicBezTo>
                      <a:cubicBezTo>
                        <a:pt x="72062" y="54409"/>
                        <a:pt x="72883" y="53087"/>
                        <a:pt x="73556" y="51621"/>
                      </a:cubicBezTo>
                      <a:cubicBezTo>
                        <a:pt x="74172" y="50275"/>
                        <a:pt x="74595" y="48911"/>
                        <a:pt x="75095" y="47511"/>
                      </a:cubicBezTo>
                      <a:cubicBezTo>
                        <a:pt x="75339" y="46833"/>
                        <a:pt x="75659" y="46142"/>
                        <a:pt x="75787" y="45421"/>
                      </a:cubicBezTo>
                      <a:cubicBezTo>
                        <a:pt x="75916" y="44718"/>
                        <a:pt x="76050" y="44063"/>
                        <a:pt x="76172" y="43330"/>
                      </a:cubicBezTo>
                      <a:cubicBezTo>
                        <a:pt x="76185" y="43234"/>
                        <a:pt x="76307" y="43168"/>
                        <a:pt x="76326" y="43041"/>
                      </a:cubicBezTo>
                      <a:cubicBezTo>
                        <a:pt x="76339" y="42945"/>
                        <a:pt x="76313" y="42849"/>
                        <a:pt x="76326" y="42753"/>
                      </a:cubicBezTo>
                      <a:cubicBezTo>
                        <a:pt x="76358" y="42555"/>
                        <a:pt x="76448" y="42459"/>
                        <a:pt x="76480" y="42248"/>
                      </a:cubicBezTo>
                      <a:cubicBezTo>
                        <a:pt x="76538" y="41870"/>
                        <a:pt x="76602" y="41606"/>
                        <a:pt x="76634" y="41239"/>
                      </a:cubicBezTo>
                      <a:cubicBezTo>
                        <a:pt x="76672" y="40831"/>
                        <a:pt x="76788" y="40560"/>
                        <a:pt x="76788" y="40158"/>
                      </a:cubicBezTo>
                      <a:cubicBezTo>
                        <a:pt x="76788" y="39989"/>
                        <a:pt x="76768" y="39815"/>
                        <a:pt x="76788" y="39653"/>
                      </a:cubicBezTo>
                      <a:cubicBezTo>
                        <a:pt x="76813" y="39449"/>
                        <a:pt x="76916" y="39298"/>
                        <a:pt x="76941" y="39148"/>
                      </a:cubicBezTo>
                      <a:cubicBezTo>
                        <a:pt x="77051" y="38511"/>
                        <a:pt x="76941" y="37772"/>
                        <a:pt x="76941" y="37130"/>
                      </a:cubicBezTo>
                      <a:cubicBezTo>
                        <a:pt x="76941" y="36943"/>
                        <a:pt x="76909" y="36733"/>
                        <a:pt x="76941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EAB90FA-272F-4036-B612-1AD05398F83C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64" name="Graphic 28">
            <a:extLst>
              <a:ext uri="{FF2B5EF4-FFF2-40B4-BE49-F238E27FC236}">
                <a16:creationId xmlns:a16="http://schemas.microsoft.com/office/drawing/2014/main" id="{7A278B02-ACA0-4977-88B5-1FB7220DDA3E}"/>
              </a:ext>
            </a:extLst>
          </p:cNvPr>
          <p:cNvGrpSpPr/>
          <p:nvPr/>
        </p:nvGrpSpPr>
        <p:grpSpPr>
          <a:xfrm>
            <a:off x="5791260" y="4110634"/>
            <a:ext cx="181581" cy="171146"/>
            <a:chOff x="5791260" y="4110634"/>
            <a:chExt cx="181581" cy="171146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DDFA346-0EE9-484C-942E-FC4DF410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1260" y="4110634"/>
              <a:ext cx="181581" cy="171146"/>
            </a:xfrm>
            <a:custGeom>
              <a:avLst/>
              <a:gdLst>
                <a:gd name="connsiteX0" fmla="*/ -135 w 181581"/>
                <a:gd name="connsiteY0" fmla="*/ -135 h 171146"/>
                <a:gd name="connsiteX1" fmla="*/ 181446 w 181581"/>
                <a:gd name="connsiteY1" fmla="*/ -135 h 171146"/>
                <a:gd name="connsiteX2" fmla="*/ 181446 w 181581"/>
                <a:gd name="connsiteY2" fmla="*/ 171011 h 171146"/>
                <a:gd name="connsiteX3" fmla="*/ -135 w 181581"/>
                <a:gd name="connsiteY3" fmla="*/ 171011 h 17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81" h="171146">
                  <a:moveTo>
                    <a:pt x="-135" y="-135"/>
                  </a:moveTo>
                  <a:lnTo>
                    <a:pt x="181446" y="-135"/>
                  </a:lnTo>
                  <a:lnTo>
                    <a:pt x="181446" y="171011"/>
                  </a:lnTo>
                  <a:lnTo>
                    <a:pt x="-135" y="171011"/>
                  </a:lnTo>
                  <a:close/>
                </a:path>
              </a:pathLst>
            </a:custGeom>
          </p:spPr>
        </p:pic>
        <p:grpSp>
          <p:nvGrpSpPr>
            <p:cNvPr id="66" name="Graphic 28">
              <a:extLst>
                <a:ext uri="{FF2B5EF4-FFF2-40B4-BE49-F238E27FC236}">
                  <a16:creationId xmlns:a16="http://schemas.microsoft.com/office/drawing/2014/main" id="{8467CC82-3375-42A9-9B05-28D04FCC7BFB}"/>
                </a:ext>
              </a:extLst>
            </p:cNvPr>
            <p:cNvGrpSpPr/>
            <p:nvPr/>
          </p:nvGrpSpPr>
          <p:grpSpPr>
            <a:xfrm>
              <a:off x="5825980" y="4143197"/>
              <a:ext cx="112084" cy="105966"/>
              <a:chOff x="5825980" y="4143197"/>
              <a:chExt cx="112084" cy="105966"/>
            </a:xfrm>
            <a:solidFill>
              <a:schemeClr val="tx1"/>
            </a:solidFill>
          </p:grpSpPr>
          <p:grpSp>
            <p:nvGrpSpPr>
              <p:cNvPr id="67" name="Graphic 28">
                <a:extLst>
                  <a:ext uri="{FF2B5EF4-FFF2-40B4-BE49-F238E27FC236}">
                    <a16:creationId xmlns:a16="http://schemas.microsoft.com/office/drawing/2014/main" id="{7651C7D6-2A52-41D8-9924-CA6C08EBE145}"/>
                  </a:ext>
                </a:extLst>
              </p:cNvPr>
              <p:cNvGrpSpPr/>
              <p:nvPr/>
            </p:nvGrpSpPr>
            <p:grpSpPr>
              <a:xfrm>
                <a:off x="5825980" y="4143197"/>
                <a:ext cx="112084" cy="105966"/>
                <a:chOff x="5825980" y="4143197"/>
                <a:chExt cx="112084" cy="105966"/>
              </a:xfrm>
              <a:solidFill>
                <a:schemeClr val="tx1"/>
              </a:solidFill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8E38B27-F5BC-4114-BB4D-92F2BE7A3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5980" y="4143197"/>
                  <a:ext cx="112084" cy="105966"/>
                </a:xfrm>
                <a:custGeom>
                  <a:avLst/>
                  <a:gdLst>
                    <a:gd name="connsiteX0" fmla="*/ 29 w 112084"/>
                    <a:gd name="connsiteY0" fmla="*/ 28 h 105966"/>
                    <a:gd name="connsiteX1" fmla="*/ 112113 w 112084"/>
                    <a:gd name="connsiteY1" fmla="*/ 28 h 105966"/>
                    <a:gd name="connsiteX2" fmla="*/ 112113 w 112084"/>
                    <a:gd name="connsiteY2" fmla="*/ 105995 h 105966"/>
                    <a:gd name="connsiteX3" fmla="*/ 29 w 112084"/>
                    <a:gd name="connsiteY3" fmla="*/ 105995 h 105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966">
                      <a:moveTo>
                        <a:pt x="29" y="28"/>
                      </a:moveTo>
                      <a:lnTo>
                        <a:pt x="112113" y="28"/>
                      </a:lnTo>
                      <a:lnTo>
                        <a:pt x="112113" y="105995"/>
                      </a:lnTo>
                      <a:lnTo>
                        <a:pt x="29" y="105995"/>
                      </a:lnTo>
                      <a:close/>
                    </a:path>
                  </a:pathLst>
                </a:custGeom>
              </p:spPr>
            </p:pic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6EB7BE3-11EB-41F1-B1CF-694089CFB47E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aphic 28">
                <a:extLst>
                  <a:ext uri="{FF2B5EF4-FFF2-40B4-BE49-F238E27FC236}">
                    <a16:creationId xmlns:a16="http://schemas.microsoft.com/office/drawing/2014/main" id="{177D9656-5969-4F8E-A849-FA08C14C9966}"/>
                  </a:ext>
                </a:extLst>
              </p:cNvPr>
              <p:cNvGrpSpPr/>
              <p:nvPr/>
            </p:nvGrpSpPr>
            <p:grpSpPr>
              <a:xfrm>
                <a:off x="5828948" y="4146197"/>
                <a:ext cx="106153" cy="99968"/>
                <a:chOff x="5828948" y="4146197"/>
                <a:chExt cx="106153" cy="99968"/>
              </a:xfrm>
              <a:solidFill>
                <a:schemeClr val="tx1"/>
              </a:solidFill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6D674CC-924B-4E03-A173-461B6ECFC1A0}"/>
                    </a:ext>
                  </a:extLst>
                </p:cNvPr>
                <p:cNvSpPr/>
                <p:nvPr/>
              </p:nvSpPr>
              <p:spPr>
                <a:xfrm>
                  <a:off x="5828948" y="4146197"/>
                  <a:ext cx="106153" cy="99968"/>
                </a:xfrm>
                <a:custGeom>
                  <a:avLst/>
                  <a:gdLst>
                    <a:gd name="connsiteX0" fmla="*/ 105940 w 106153"/>
                    <a:gd name="connsiteY0" fmla="*/ 50684 h 99968"/>
                    <a:gd name="connsiteX1" fmla="*/ 106152 w 106153"/>
                    <a:gd name="connsiteY1" fmla="*/ 49984 h 99968"/>
                    <a:gd name="connsiteX2" fmla="*/ 105940 w 106153"/>
                    <a:gd name="connsiteY2" fmla="*/ 48585 h 99968"/>
                    <a:gd name="connsiteX3" fmla="*/ 105940 w 106153"/>
                    <a:gd name="connsiteY3" fmla="*/ 45686 h 99968"/>
                    <a:gd name="connsiteX4" fmla="*/ 105728 w 106153"/>
                    <a:gd name="connsiteY4" fmla="*/ 44886 h 99968"/>
                    <a:gd name="connsiteX5" fmla="*/ 105728 w 106153"/>
                    <a:gd name="connsiteY5" fmla="*/ 44186 h 99968"/>
                    <a:gd name="connsiteX6" fmla="*/ 105516 w 106153"/>
                    <a:gd name="connsiteY6" fmla="*/ 42787 h 99968"/>
                    <a:gd name="connsiteX7" fmla="*/ 104351 w 106153"/>
                    <a:gd name="connsiteY7" fmla="*/ 36988 h 99968"/>
                    <a:gd name="connsiteX8" fmla="*/ 103504 w 106153"/>
                    <a:gd name="connsiteY8" fmla="*/ 34189 h 99968"/>
                    <a:gd name="connsiteX9" fmla="*/ 102550 w 106153"/>
                    <a:gd name="connsiteY9" fmla="*/ 31290 h 99968"/>
                    <a:gd name="connsiteX10" fmla="*/ 101279 w 106153"/>
                    <a:gd name="connsiteY10" fmla="*/ 28391 h 99968"/>
                    <a:gd name="connsiteX11" fmla="*/ 100643 w 106153"/>
                    <a:gd name="connsiteY11" fmla="*/ 26892 h 99968"/>
                    <a:gd name="connsiteX12" fmla="*/ 99796 w 106153"/>
                    <a:gd name="connsiteY12" fmla="*/ 25492 h 99968"/>
                    <a:gd name="connsiteX13" fmla="*/ 95982 w 106153"/>
                    <a:gd name="connsiteY13" fmla="*/ 19694 h 99968"/>
                    <a:gd name="connsiteX14" fmla="*/ 91003 w 106153"/>
                    <a:gd name="connsiteY14" fmla="*/ 13996 h 99968"/>
                    <a:gd name="connsiteX15" fmla="*/ 84858 w 106153"/>
                    <a:gd name="connsiteY15" fmla="*/ 9247 h 99968"/>
                    <a:gd name="connsiteX16" fmla="*/ 78819 w 106153"/>
                    <a:gd name="connsiteY16" fmla="*/ 5698 h 99968"/>
                    <a:gd name="connsiteX17" fmla="*/ 72675 w 106153"/>
                    <a:gd name="connsiteY17" fmla="*/ 3232 h 99968"/>
                    <a:gd name="connsiteX18" fmla="*/ 66530 w 106153"/>
                    <a:gd name="connsiteY18" fmla="*/ 1400 h 99968"/>
                    <a:gd name="connsiteX19" fmla="*/ 65683 w 106153"/>
                    <a:gd name="connsiteY19" fmla="*/ 1400 h 99968"/>
                    <a:gd name="connsiteX20" fmla="*/ 65683 w 106153"/>
                    <a:gd name="connsiteY20" fmla="*/ 1200 h 99968"/>
                    <a:gd name="connsiteX21" fmla="*/ 64623 w 106153"/>
                    <a:gd name="connsiteY21" fmla="*/ 1200 h 99968"/>
                    <a:gd name="connsiteX22" fmla="*/ 64623 w 106153"/>
                    <a:gd name="connsiteY22" fmla="*/ 1000 h 99968"/>
                    <a:gd name="connsiteX23" fmla="*/ 63564 w 106153"/>
                    <a:gd name="connsiteY23" fmla="*/ 1000 h 99968"/>
                    <a:gd name="connsiteX24" fmla="*/ 63564 w 106153"/>
                    <a:gd name="connsiteY24" fmla="*/ 800 h 99968"/>
                    <a:gd name="connsiteX25" fmla="*/ 62293 w 106153"/>
                    <a:gd name="connsiteY25" fmla="*/ 800 h 99968"/>
                    <a:gd name="connsiteX26" fmla="*/ 62293 w 106153"/>
                    <a:gd name="connsiteY26" fmla="*/ 600 h 99968"/>
                    <a:gd name="connsiteX27" fmla="*/ 61022 w 106153"/>
                    <a:gd name="connsiteY27" fmla="*/ 600 h 99968"/>
                    <a:gd name="connsiteX28" fmla="*/ 61022 w 106153"/>
                    <a:gd name="connsiteY28" fmla="*/ 400 h 99968"/>
                    <a:gd name="connsiteX29" fmla="*/ 59326 w 106153"/>
                    <a:gd name="connsiteY29" fmla="*/ 400 h 99968"/>
                    <a:gd name="connsiteX30" fmla="*/ 59326 w 106153"/>
                    <a:gd name="connsiteY30" fmla="*/ 200 h 99968"/>
                    <a:gd name="connsiteX31" fmla="*/ 56996 w 106153"/>
                    <a:gd name="connsiteY31" fmla="*/ 200 h 99968"/>
                    <a:gd name="connsiteX32" fmla="*/ 56996 w 106153"/>
                    <a:gd name="connsiteY32" fmla="*/ 0 h 99968"/>
                    <a:gd name="connsiteX33" fmla="*/ 48944 w 106153"/>
                    <a:gd name="connsiteY33" fmla="*/ 0 h 99968"/>
                    <a:gd name="connsiteX34" fmla="*/ 48944 w 106153"/>
                    <a:gd name="connsiteY34" fmla="*/ 200 h 99968"/>
                    <a:gd name="connsiteX35" fmla="*/ 46826 w 106153"/>
                    <a:gd name="connsiteY35" fmla="*/ 200 h 99968"/>
                    <a:gd name="connsiteX36" fmla="*/ 46826 w 106153"/>
                    <a:gd name="connsiteY36" fmla="*/ 400 h 99968"/>
                    <a:gd name="connsiteX37" fmla="*/ 45130 w 106153"/>
                    <a:gd name="connsiteY37" fmla="*/ 400 h 99968"/>
                    <a:gd name="connsiteX38" fmla="*/ 45130 w 106153"/>
                    <a:gd name="connsiteY38" fmla="*/ 600 h 99968"/>
                    <a:gd name="connsiteX39" fmla="*/ 43859 w 106153"/>
                    <a:gd name="connsiteY39" fmla="*/ 600 h 99968"/>
                    <a:gd name="connsiteX40" fmla="*/ 43859 w 106153"/>
                    <a:gd name="connsiteY40" fmla="*/ 800 h 99968"/>
                    <a:gd name="connsiteX41" fmla="*/ 42588 w 106153"/>
                    <a:gd name="connsiteY41" fmla="*/ 800 h 99968"/>
                    <a:gd name="connsiteX42" fmla="*/ 42588 w 106153"/>
                    <a:gd name="connsiteY42" fmla="*/ 1000 h 99968"/>
                    <a:gd name="connsiteX43" fmla="*/ 41529 w 106153"/>
                    <a:gd name="connsiteY43" fmla="*/ 1000 h 99968"/>
                    <a:gd name="connsiteX44" fmla="*/ 41529 w 106153"/>
                    <a:gd name="connsiteY44" fmla="*/ 1200 h 99968"/>
                    <a:gd name="connsiteX45" fmla="*/ 40469 w 106153"/>
                    <a:gd name="connsiteY45" fmla="*/ 1200 h 99968"/>
                    <a:gd name="connsiteX46" fmla="*/ 40469 w 106153"/>
                    <a:gd name="connsiteY46" fmla="*/ 1400 h 99968"/>
                    <a:gd name="connsiteX47" fmla="*/ 39410 w 106153"/>
                    <a:gd name="connsiteY47" fmla="*/ 1400 h 99968"/>
                    <a:gd name="connsiteX48" fmla="*/ 36337 w 106153"/>
                    <a:gd name="connsiteY48" fmla="*/ 2333 h 99968"/>
                    <a:gd name="connsiteX49" fmla="*/ 30299 w 106153"/>
                    <a:gd name="connsiteY49" fmla="*/ 4365 h 99968"/>
                    <a:gd name="connsiteX50" fmla="*/ 24154 w 106153"/>
                    <a:gd name="connsiteY50" fmla="*/ 7398 h 99968"/>
                    <a:gd name="connsiteX51" fmla="*/ 12395 w 106153"/>
                    <a:gd name="connsiteY51" fmla="*/ 16995 h 99968"/>
                    <a:gd name="connsiteX52" fmla="*/ 9958 w 106153"/>
                    <a:gd name="connsiteY52" fmla="*/ 19894 h 99968"/>
                    <a:gd name="connsiteX53" fmla="*/ 8051 w 106153"/>
                    <a:gd name="connsiteY53" fmla="*/ 22693 h 99968"/>
                    <a:gd name="connsiteX54" fmla="*/ 4661 w 106153"/>
                    <a:gd name="connsiteY54" fmla="*/ 28491 h 99968"/>
                    <a:gd name="connsiteX55" fmla="*/ 3496 w 106153"/>
                    <a:gd name="connsiteY55" fmla="*/ 31390 h 99968"/>
                    <a:gd name="connsiteX56" fmla="*/ 2543 w 106153"/>
                    <a:gd name="connsiteY56" fmla="*/ 34289 h 99968"/>
                    <a:gd name="connsiteX57" fmla="*/ 1059 w 106153"/>
                    <a:gd name="connsiteY57" fmla="*/ 39987 h 99968"/>
                    <a:gd name="connsiteX58" fmla="*/ 636 w 106153"/>
                    <a:gd name="connsiteY58" fmla="*/ 42887 h 99968"/>
                    <a:gd name="connsiteX59" fmla="*/ 424 w 106153"/>
                    <a:gd name="connsiteY59" fmla="*/ 43686 h 99968"/>
                    <a:gd name="connsiteX60" fmla="*/ 424 w 106153"/>
                    <a:gd name="connsiteY60" fmla="*/ 44386 h 99968"/>
                    <a:gd name="connsiteX61" fmla="*/ 212 w 106153"/>
                    <a:gd name="connsiteY61" fmla="*/ 45786 h 99968"/>
                    <a:gd name="connsiteX62" fmla="*/ 0 w 106153"/>
                    <a:gd name="connsiteY62" fmla="*/ 48685 h 99968"/>
                    <a:gd name="connsiteX63" fmla="*/ 0 w 106153"/>
                    <a:gd name="connsiteY63" fmla="*/ 51484 h 99968"/>
                    <a:gd name="connsiteX64" fmla="*/ 212 w 106153"/>
                    <a:gd name="connsiteY64" fmla="*/ 54383 h 99968"/>
                    <a:gd name="connsiteX65" fmla="*/ 636 w 106153"/>
                    <a:gd name="connsiteY65" fmla="*/ 57282 h 99968"/>
                    <a:gd name="connsiteX66" fmla="*/ 1695 w 106153"/>
                    <a:gd name="connsiteY66" fmla="*/ 62980 h 99968"/>
                    <a:gd name="connsiteX67" fmla="*/ 3602 w 106153"/>
                    <a:gd name="connsiteY67" fmla="*/ 68778 h 99968"/>
                    <a:gd name="connsiteX68" fmla="*/ 6145 w 106153"/>
                    <a:gd name="connsiteY68" fmla="*/ 74477 h 99968"/>
                    <a:gd name="connsiteX69" fmla="*/ 7204 w 106153"/>
                    <a:gd name="connsiteY69" fmla="*/ 76076 h 99968"/>
                    <a:gd name="connsiteX70" fmla="*/ 8051 w 106153"/>
                    <a:gd name="connsiteY70" fmla="*/ 77376 h 99968"/>
                    <a:gd name="connsiteX71" fmla="*/ 10170 w 106153"/>
                    <a:gd name="connsiteY71" fmla="*/ 80275 h 99968"/>
                    <a:gd name="connsiteX72" fmla="*/ 15255 w 106153"/>
                    <a:gd name="connsiteY72" fmla="*/ 86073 h 99968"/>
                    <a:gd name="connsiteX73" fmla="*/ 21294 w 106153"/>
                    <a:gd name="connsiteY73" fmla="*/ 90721 h 99968"/>
                    <a:gd name="connsiteX74" fmla="*/ 27438 w 106153"/>
                    <a:gd name="connsiteY74" fmla="*/ 94320 h 99968"/>
                    <a:gd name="connsiteX75" fmla="*/ 39622 w 106153"/>
                    <a:gd name="connsiteY75" fmla="*/ 98569 h 99968"/>
                    <a:gd name="connsiteX76" fmla="*/ 40681 w 106153"/>
                    <a:gd name="connsiteY76" fmla="*/ 98569 h 99968"/>
                    <a:gd name="connsiteX77" fmla="*/ 40681 w 106153"/>
                    <a:gd name="connsiteY77" fmla="*/ 98769 h 99968"/>
                    <a:gd name="connsiteX78" fmla="*/ 41740 w 106153"/>
                    <a:gd name="connsiteY78" fmla="*/ 98769 h 99968"/>
                    <a:gd name="connsiteX79" fmla="*/ 41740 w 106153"/>
                    <a:gd name="connsiteY79" fmla="*/ 98969 h 99968"/>
                    <a:gd name="connsiteX80" fmla="*/ 42800 w 106153"/>
                    <a:gd name="connsiteY80" fmla="*/ 98969 h 99968"/>
                    <a:gd name="connsiteX81" fmla="*/ 42800 w 106153"/>
                    <a:gd name="connsiteY81" fmla="*/ 99169 h 99968"/>
                    <a:gd name="connsiteX82" fmla="*/ 44071 w 106153"/>
                    <a:gd name="connsiteY82" fmla="*/ 99169 h 99968"/>
                    <a:gd name="connsiteX83" fmla="*/ 44071 w 106153"/>
                    <a:gd name="connsiteY83" fmla="*/ 99369 h 99968"/>
                    <a:gd name="connsiteX84" fmla="*/ 45342 w 106153"/>
                    <a:gd name="connsiteY84" fmla="*/ 99369 h 99968"/>
                    <a:gd name="connsiteX85" fmla="*/ 45342 w 106153"/>
                    <a:gd name="connsiteY85" fmla="*/ 99569 h 99968"/>
                    <a:gd name="connsiteX86" fmla="*/ 47037 w 106153"/>
                    <a:gd name="connsiteY86" fmla="*/ 99569 h 99968"/>
                    <a:gd name="connsiteX87" fmla="*/ 47037 w 106153"/>
                    <a:gd name="connsiteY87" fmla="*/ 99769 h 99968"/>
                    <a:gd name="connsiteX88" fmla="*/ 49368 w 106153"/>
                    <a:gd name="connsiteY88" fmla="*/ 99769 h 99968"/>
                    <a:gd name="connsiteX89" fmla="*/ 49368 w 106153"/>
                    <a:gd name="connsiteY89" fmla="*/ 99969 h 99968"/>
                    <a:gd name="connsiteX90" fmla="*/ 56784 w 106153"/>
                    <a:gd name="connsiteY90" fmla="*/ 99969 h 99968"/>
                    <a:gd name="connsiteX91" fmla="*/ 56784 w 106153"/>
                    <a:gd name="connsiteY91" fmla="*/ 99769 h 99968"/>
                    <a:gd name="connsiteX92" fmla="*/ 59115 w 106153"/>
                    <a:gd name="connsiteY92" fmla="*/ 99769 h 99968"/>
                    <a:gd name="connsiteX93" fmla="*/ 59115 w 106153"/>
                    <a:gd name="connsiteY93" fmla="*/ 99569 h 99968"/>
                    <a:gd name="connsiteX94" fmla="*/ 60810 w 106153"/>
                    <a:gd name="connsiteY94" fmla="*/ 99569 h 99968"/>
                    <a:gd name="connsiteX95" fmla="*/ 60810 w 106153"/>
                    <a:gd name="connsiteY95" fmla="*/ 99369 h 99968"/>
                    <a:gd name="connsiteX96" fmla="*/ 62081 w 106153"/>
                    <a:gd name="connsiteY96" fmla="*/ 99369 h 99968"/>
                    <a:gd name="connsiteX97" fmla="*/ 62081 w 106153"/>
                    <a:gd name="connsiteY97" fmla="*/ 99169 h 99968"/>
                    <a:gd name="connsiteX98" fmla="*/ 63352 w 106153"/>
                    <a:gd name="connsiteY98" fmla="*/ 99169 h 99968"/>
                    <a:gd name="connsiteX99" fmla="*/ 63352 w 106153"/>
                    <a:gd name="connsiteY99" fmla="*/ 98969 h 99968"/>
                    <a:gd name="connsiteX100" fmla="*/ 64412 w 106153"/>
                    <a:gd name="connsiteY100" fmla="*/ 98969 h 99968"/>
                    <a:gd name="connsiteX101" fmla="*/ 64412 w 106153"/>
                    <a:gd name="connsiteY101" fmla="*/ 98769 h 99968"/>
                    <a:gd name="connsiteX102" fmla="*/ 65471 w 106153"/>
                    <a:gd name="connsiteY102" fmla="*/ 98769 h 99968"/>
                    <a:gd name="connsiteX103" fmla="*/ 65471 w 106153"/>
                    <a:gd name="connsiteY103" fmla="*/ 98569 h 99968"/>
                    <a:gd name="connsiteX104" fmla="*/ 66530 w 106153"/>
                    <a:gd name="connsiteY104" fmla="*/ 98569 h 99968"/>
                    <a:gd name="connsiteX105" fmla="*/ 69603 w 106153"/>
                    <a:gd name="connsiteY105" fmla="*/ 97636 h 99968"/>
                    <a:gd name="connsiteX106" fmla="*/ 81786 w 106153"/>
                    <a:gd name="connsiteY106" fmla="*/ 92571 h 99968"/>
                    <a:gd name="connsiteX107" fmla="*/ 93545 w 106153"/>
                    <a:gd name="connsiteY107" fmla="*/ 83174 h 99968"/>
                    <a:gd name="connsiteX108" fmla="*/ 97995 w 106153"/>
                    <a:gd name="connsiteY108" fmla="*/ 77376 h 99968"/>
                    <a:gd name="connsiteX109" fmla="*/ 101279 w 106153"/>
                    <a:gd name="connsiteY109" fmla="*/ 71578 h 99968"/>
                    <a:gd name="connsiteX110" fmla="*/ 103398 w 106153"/>
                    <a:gd name="connsiteY110" fmla="*/ 65879 h 99968"/>
                    <a:gd name="connsiteX111" fmla="*/ 104351 w 106153"/>
                    <a:gd name="connsiteY111" fmla="*/ 62980 h 99968"/>
                    <a:gd name="connsiteX112" fmla="*/ 104881 w 106153"/>
                    <a:gd name="connsiteY112" fmla="*/ 60081 h 99968"/>
                    <a:gd name="connsiteX113" fmla="*/ 105093 w 106153"/>
                    <a:gd name="connsiteY113" fmla="*/ 59681 h 99968"/>
                    <a:gd name="connsiteX114" fmla="*/ 105093 w 106153"/>
                    <a:gd name="connsiteY114" fmla="*/ 59281 h 99968"/>
                    <a:gd name="connsiteX115" fmla="*/ 105304 w 106153"/>
                    <a:gd name="connsiteY115" fmla="*/ 58582 h 99968"/>
                    <a:gd name="connsiteX116" fmla="*/ 105516 w 106153"/>
                    <a:gd name="connsiteY116" fmla="*/ 57182 h 99968"/>
                    <a:gd name="connsiteX117" fmla="*/ 105728 w 106153"/>
                    <a:gd name="connsiteY117" fmla="*/ 55682 h 99968"/>
                    <a:gd name="connsiteX118" fmla="*/ 105728 w 106153"/>
                    <a:gd name="connsiteY118" fmla="*/ 54983 h 99968"/>
                    <a:gd name="connsiteX119" fmla="*/ 105940 w 106153"/>
                    <a:gd name="connsiteY119" fmla="*/ 54283 h 99968"/>
                    <a:gd name="connsiteX120" fmla="*/ 105940 w 106153"/>
                    <a:gd name="connsiteY120" fmla="*/ 51484 h 99968"/>
                    <a:gd name="connsiteX121" fmla="*/ 105940 w 106153"/>
                    <a:gd name="connsiteY121" fmla="*/ 50684 h 99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106153" h="99968">
                      <a:moveTo>
                        <a:pt x="105940" y="50684"/>
                      </a:moveTo>
                      <a:cubicBezTo>
                        <a:pt x="105984" y="50393"/>
                        <a:pt x="106170" y="50301"/>
                        <a:pt x="106152" y="49984"/>
                      </a:cubicBezTo>
                      <a:cubicBezTo>
                        <a:pt x="106134" y="49526"/>
                        <a:pt x="105940" y="49118"/>
                        <a:pt x="105940" y="48585"/>
                      </a:cubicBezTo>
                      <a:cubicBezTo>
                        <a:pt x="105940" y="47660"/>
                        <a:pt x="106090" y="46602"/>
                        <a:pt x="105940" y="45686"/>
                      </a:cubicBezTo>
                      <a:cubicBezTo>
                        <a:pt x="105896" y="45436"/>
                        <a:pt x="105728" y="45219"/>
                        <a:pt x="105728" y="44886"/>
                      </a:cubicBezTo>
                      <a:cubicBezTo>
                        <a:pt x="105728" y="44653"/>
                        <a:pt x="105746" y="44419"/>
                        <a:pt x="105728" y="44186"/>
                      </a:cubicBezTo>
                      <a:cubicBezTo>
                        <a:pt x="105684" y="43670"/>
                        <a:pt x="105561" y="43328"/>
                        <a:pt x="105516" y="42787"/>
                      </a:cubicBezTo>
                      <a:cubicBezTo>
                        <a:pt x="105357" y="40812"/>
                        <a:pt x="104678" y="38904"/>
                        <a:pt x="104351" y="36988"/>
                      </a:cubicBezTo>
                      <a:cubicBezTo>
                        <a:pt x="104192" y="36072"/>
                        <a:pt x="103848" y="35056"/>
                        <a:pt x="103504" y="34189"/>
                      </a:cubicBezTo>
                      <a:cubicBezTo>
                        <a:pt x="103133" y="33248"/>
                        <a:pt x="102886" y="32240"/>
                        <a:pt x="102550" y="31290"/>
                      </a:cubicBezTo>
                      <a:cubicBezTo>
                        <a:pt x="102197" y="30299"/>
                        <a:pt x="101703" y="29349"/>
                        <a:pt x="101279" y="28391"/>
                      </a:cubicBezTo>
                      <a:cubicBezTo>
                        <a:pt x="101067" y="27900"/>
                        <a:pt x="100820" y="27391"/>
                        <a:pt x="100643" y="26892"/>
                      </a:cubicBezTo>
                      <a:cubicBezTo>
                        <a:pt x="100458" y="26375"/>
                        <a:pt x="100034" y="25992"/>
                        <a:pt x="99796" y="25492"/>
                      </a:cubicBezTo>
                      <a:cubicBezTo>
                        <a:pt x="98816" y="23476"/>
                        <a:pt x="97350" y="21543"/>
                        <a:pt x="95982" y="19694"/>
                      </a:cubicBezTo>
                      <a:cubicBezTo>
                        <a:pt x="94543" y="17744"/>
                        <a:pt x="92848" y="15737"/>
                        <a:pt x="91003" y="13996"/>
                      </a:cubicBezTo>
                      <a:cubicBezTo>
                        <a:pt x="89131" y="12229"/>
                        <a:pt x="86915" y="10788"/>
                        <a:pt x="84858" y="9247"/>
                      </a:cubicBezTo>
                      <a:cubicBezTo>
                        <a:pt x="83066" y="7906"/>
                        <a:pt x="80876" y="6673"/>
                        <a:pt x="78819" y="5698"/>
                      </a:cubicBezTo>
                      <a:cubicBezTo>
                        <a:pt x="76824" y="4757"/>
                        <a:pt x="74785" y="3899"/>
                        <a:pt x="72675" y="3232"/>
                      </a:cubicBezTo>
                      <a:cubicBezTo>
                        <a:pt x="70644" y="2591"/>
                        <a:pt x="68534" y="2108"/>
                        <a:pt x="66530" y="1400"/>
                      </a:cubicBezTo>
                      <a:lnTo>
                        <a:pt x="65683" y="1400"/>
                      </a:lnTo>
                      <a:cubicBezTo>
                        <a:pt x="65683" y="1333"/>
                        <a:pt x="65683" y="1266"/>
                        <a:pt x="65683" y="1200"/>
                      </a:cubicBezTo>
                      <a:lnTo>
                        <a:pt x="64623" y="1200"/>
                      </a:lnTo>
                      <a:cubicBezTo>
                        <a:pt x="64623" y="1133"/>
                        <a:pt x="64623" y="1066"/>
                        <a:pt x="64623" y="1000"/>
                      </a:cubicBezTo>
                      <a:lnTo>
                        <a:pt x="63564" y="1000"/>
                      </a:lnTo>
                      <a:cubicBezTo>
                        <a:pt x="63564" y="933"/>
                        <a:pt x="63564" y="866"/>
                        <a:pt x="63564" y="800"/>
                      </a:cubicBezTo>
                      <a:lnTo>
                        <a:pt x="62293" y="800"/>
                      </a:lnTo>
                      <a:cubicBezTo>
                        <a:pt x="62293" y="733"/>
                        <a:pt x="62293" y="666"/>
                        <a:pt x="62293" y="600"/>
                      </a:cubicBezTo>
                      <a:lnTo>
                        <a:pt x="61022" y="600"/>
                      </a:lnTo>
                      <a:cubicBezTo>
                        <a:pt x="61022" y="533"/>
                        <a:pt x="61022" y="467"/>
                        <a:pt x="61022" y="400"/>
                      </a:cubicBezTo>
                      <a:lnTo>
                        <a:pt x="59326" y="400"/>
                      </a:lnTo>
                      <a:cubicBezTo>
                        <a:pt x="59326" y="333"/>
                        <a:pt x="59326" y="267"/>
                        <a:pt x="59326" y="200"/>
                      </a:cubicBezTo>
                      <a:lnTo>
                        <a:pt x="56996" y="200"/>
                      </a:lnTo>
                      <a:cubicBezTo>
                        <a:pt x="56996" y="133"/>
                        <a:pt x="56996" y="67"/>
                        <a:pt x="56996" y="0"/>
                      </a:cubicBezTo>
                      <a:lnTo>
                        <a:pt x="48944" y="0"/>
                      </a:lnTo>
                      <a:cubicBezTo>
                        <a:pt x="48944" y="67"/>
                        <a:pt x="48944" y="133"/>
                        <a:pt x="48944" y="200"/>
                      </a:cubicBezTo>
                      <a:lnTo>
                        <a:pt x="46826" y="200"/>
                      </a:lnTo>
                      <a:cubicBezTo>
                        <a:pt x="46826" y="267"/>
                        <a:pt x="46826" y="333"/>
                        <a:pt x="46826" y="400"/>
                      </a:cubicBezTo>
                      <a:lnTo>
                        <a:pt x="45130" y="400"/>
                      </a:lnTo>
                      <a:cubicBezTo>
                        <a:pt x="45130" y="467"/>
                        <a:pt x="45130" y="533"/>
                        <a:pt x="45130" y="600"/>
                      </a:cubicBezTo>
                      <a:lnTo>
                        <a:pt x="43859" y="600"/>
                      </a:lnTo>
                      <a:cubicBezTo>
                        <a:pt x="43859" y="666"/>
                        <a:pt x="43859" y="733"/>
                        <a:pt x="43859" y="800"/>
                      </a:cubicBezTo>
                      <a:lnTo>
                        <a:pt x="42588" y="800"/>
                      </a:lnTo>
                      <a:cubicBezTo>
                        <a:pt x="42588" y="866"/>
                        <a:pt x="42588" y="933"/>
                        <a:pt x="42588" y="1000"/>
                      </a:cubicBezTo>
                      <a:lnTo>
                        <a:pt x="41529" y="1000"/>
                      </a:lnTo>
                      <a:cubicBezTo>
                        <a:pt x="41529" y="1066"/>
                        <a:pt x="41529" y="1133"/>
                        <a:pt x="41529" y="1200"/>
                      </a:cubicBezTo>
                      <a:lnTo>
                        <a:pt x="40469" y="1200"/>
                      </a:lnTo>
                      <a:cubicBezTo>
                        <a:pt x="40469" y="1266"/>
                        <a:pt x="40469" y="1333"/>
                        <a:pt x="40469" y="1400"/>
                      </a:cubicBezTo>
                      <a:lnTo>
                        <a:pt x="39410" y="1400"/>
                      </a:lnTo>
                      <a:cubicBezTo>
                        <a:pt x="38394" y="1758"/>
                        <a:pt x="37362" y="2016"/>
                        <a:pt x="36337" y="2333"/>
                      </a:cubicBezTo>
                      <a:cubicBezTo>
                        <a:pt x="34289" y="2957"/>
                        <a:pt x="32285" y="3582"/>
                        <a:pt x="30299" y="4365"/>
                      </a:cubicBezTo>
                      <a:cubicBezTo>
                        <a:pt x="28118" y="5223"/>
                        <a:pt x="26176" y="6298"/>
                        <a:pt x="24154" y="7398"/>
                      </a:cubicBezTo>
                      <a:cubicBezTo>
                        <a:pt x="19740" y="9805"/>
                        <a:pt x="15476" y="13279"/>
                        <a:pt x="12395" y="16995"/>
                      </a:cubicBezTo>
                      <a:cubicBezTo>
                        <a:pt x="11556" y="18003"/>
                        <a:pt x="10709" y="18877"/>
                        <a:pt x="9958" y="19894"/>
                      </a:cubicBezTo>
                      <a:cubicBezTo>
                        <a:pt x="9296" y="20793"/>
                        <a:pt x="8714" y="21810"/>
                        <a:pt x="8051" y="22693"/>
                      </a:cubicBezTo>
                      <a:cubicBezTo>
                        <a:pt x="6727" y="24459"/>
                        <a:pt x="5376" y="26475"/>
                        <a:pt x="4661" y="28491"/>
                      </a:cubicBezTo>
                      <a:cubicBezTo>
                        <a:pt x="4326" y="29449"/>
                        <a:pt x="3990" y="30490"/>
                        <a:pt x="3496" y="31390"/>
                      </a:cubicBezTo>
                      <a:cubicBezTo>
                        <a:pt x="3010" y="32273"/>
                        <a:pt x="2878" y="33340"/>
                        <a:pt x="2543" y="34289"/>
                      </a:cubicBezTo>
                      <a:cubicBezTo>
                        <a:pt x="1889" y="36147"/>
                        <a:pt x="1563" y="38055"/>
                        <a:pt x="1059" y="39987"/>
                      </a:cubicBezTo>
                      <a:cubicBezTo>
                        <a:pt x="812" y="40945"/>
                        <a:pt x="812" y="41862"/>
                        <a:pt x="636" y="42887"/>
                      </a:cubicBezTo>
                      <a:cubicBezTo>
                        <a:pt x="591" y="43145"/>
                        <a:pt x="424" y="43328"/>
                        <a:pt x="424" y="43686"/>
                      </a:cubicBezTo>
                      <a:cubicBezTo>
                        <a:pt x="424" y="43911"/>
                        <a:pt x="459" y="44161"/>
                        <a:pt x="424" y="44386"/>
                      </a:cubicBezTo>
                      <a:cubicBezTo>
                        <a:pt x="344" y="44886"/>
                        <a:pt x="212" y="45219"/>
                        <a:pt x="212" y="45786"/>
                      </a:cubicBezTo>
                      <a:cubicBezTo>
                        <a:pt x="212" y="46835"/>
                        <a:pt x="0" y="47627"/>
                        <a:pt x="0" y="48685"/>
                      </a:cubicBezTo>
                      <a:cubicBezTo>
                        <a:pt x="0" y="49618"/>
                        <a:pt x="0" y="50551"/>
                        <a:pt x="0" y="51484"/>
                      </a:cubicBezTo>
                      <a:cubicBezTo>
                        <a:pt x="0" y="52517"/>
                        <a:pt x="212" y="53325"/>
                        <a:pt x="212" y="54383"/>
                      </a:cubicBezTo>
                      <a:cubicBezTo>
                        <a:pt x="212" y="55324"/>
                        <a:pt x="494" y="56382"/>
                        <a:pt x="636" y="57282"/>
                      </a:cubicBezTo>
                      <a:cubicBezTo>
                        <a:pt x="936" y="59223"/>
                        <a:pt x="1121" y="61139"/>
                        <a:pt x="1695" y="62980"/>
                      </a:cubicBezTo>
                      <a:cubicBezTo>
                        <a:pt x="2304" y="64921"/>
                        <a:pt x="2931" y="66871"/>
                        <a:pt x="3602" y="68778"/>
                      </a:cubicBezTo>
                      <a:cubicBezTo>
                        <a:pt x="4291" y="70719"/>
                        <a:pt x="5235" y="72619"/>
                        <a:pt x="6145" y="74477"/>
                      </a:cubicBezTo>
                      <a:cubicBezTo>
                        <a:pt x="6418" y="75035"/>
                        <a:pt x="6868" y="75551"/>
                        <a:pt x="7204" y="76076"/>
                      </a:cubicBezTo>
                      <a:cubicBezTo>
                        <a:pt x="7478" y="76509"/>
                        <a:pt x="7707" y="76976"/>
                        <a:pt x="8051" y="77376"/>
                      </a:cubicBezTo>
                      <a:cubicBezTo>
                        <a:pt x="8802" y="78267"/>
                        <a:pt x="9508" y="79300"/>
                        <a:pt x="10170" y="80275"/>
                      </a:cubicBezTo>
                      <a:cubicBezTo>
                        <a:pt x="11556" y="82316"/>
                        <a:pt x="13340" y="84265"/>
                        <a:pt x="15255" y="86073"/>
                      </a:cubicBezTo>
                      <a:cubicBezTo>
                        <a:pt x="17109" y="87822"/>
                        <a:pt x="19263" y="89205"/>
                        <a:pt x="21294" y="90721"/>
                      </a:cubicBezTo>
                      <a:cubicBezTo>
                        <a:pt x="23121" y="92088"/>
                        <a:pt x="25337" y="93329"/>
                        <a:pt x="27438" y="94320"/>
                      </a:cubicBezTo>
                      <a:cubicBezTo>
                        <a:pt x="31376" y="96178"/>
                        <a:pt x="35525" y="97120"/>
                        <a:pt x="39622" y="98569"/>
                      </a:cubicBezTo>
                      <a:lnTo>
                        <a:pt x="40681" y="98569"/>
                      </a:lnTo>
                      <a:cubicBezTo>
                        <a:pt x="40681" y="98636"/>
                        <a:pt x="40681" y="98702"/>
                        <a:pt x="40681" y="98769"/>
                      </a:cubicBezTo>
                      <a:lnTo>
                        <a:pt x="41740" y="98769"/>
                      </a:lnTo>
                      <a:cubicBezTo>
                        <a:pt x="41740" y="98836"/>
                        <a:pt x="41740" y="98902"/>
                        <a:pt x="41740" y="98969"/>
                      </a:cubicBezTo>
                      <a:lnTo>
                        <a:pt x="42800" y="98969"/>
                      </a:lnTo>
                      <a:cubicBezTo>
                        <a:pt x="42800" y="99036"/>
                        <a:pt x="42800" y="99102"/>
                        <a:pt x="42800" y="99169"/>
                      </a:cubicBezTo>
                      <a:lnTo>
                        <a:pt x="44071" y="99169"/>
                      </a:lnTo>
                      <a:cubicBezTo>
                        <a:pt x="44071" y="99235"/>
                        <a:pt x="44071" y="99302"/>
                        <a:pt x="44071" y="99369"/>
                      </a:cubicBezTo>
                      <a:lnTo>
                        <a:pt x="45342" y="99369"/>
                      </a:lnTo>
                      <a:cubicBezTo>
                        <a:pt x="45342" y="99435"/>
                        <a:pt x="45342" y="99502"/>
                        <a:pt x="45342" y="99569"/>
                      </a:cubicBezTo>
                      <a:lnTo>
                        <a:pt x="47037" y="99569"/>
                      </a:lnTo>
                      <a:cubicBezTo>
                        <a:pt x="47037" y="99635"/>
                        <a:pt x="47037" y="99702"/>
                        <a:pt x="47037" y="99769"/>
                      </a:cubicBezTo>
                      <a:lnTo>
                        <a:pt x="49368" y="99769"/>
                      </a:lnTo>
                      <a:cubicBezTo>
                        <a:pt x="49368" y="99835"/>
                        <a:pt x="49368" y="99902"/>
                        <a:pt x="49368" y="99969"/>
                      </a:cubicBezTo>
                      <a:lnTo>
                        <a:pt x="56784" y="99969"/>
                      </a:lnTo>
                      <a:cubicBezTo>
                        <a:pt x="56784" y="99902"/>
                        <a:pt x="56784" y="99835"/>
                        <a:pt x="56784" y="99769"/>
                      </a:cubicBezTo>
                      <a:lnTo>
                        <a:pt x="59115" y="99769"/>
                      </a:lnTo>
                      <a:cubicBezTo>
                        <a:pt x="59115" y="99702"/>
                        <a:pt x="59115" y="99635"/>
                        <a:pt x="59115" y="99569"/>
                      </a:cubicBezTo>
                      <a:lnTo>
                        <a:pt x="60810" y="99569"/>
                      </a:lnTo>
                      <a:cubicBezTo>
                        <a:pt x="60810" y="99502"/>
                        <a:pt x="60810" y="99435"/>
                        <a:pt x="60810" y="99369"/>
                      </a:cubicBezTo>
                      <a:lnTo>
                        <a:pt x="62081" y="99369"/>
                      </a:lnTo>
                      <a:cubicBezTo>
                        <a:pt x="62081" y="99302"/>
                        <a:pt x="62081" y="99235"/>
                        <a:pt x="62081" y="99169"/>
                      </a:cubicBezTo>
                      <a:lnTo>
                        <a:pt x="63352" y="99169"/>
                      </a:lnTo>
                      <a:cubicBezTo>
                        <a:pt x="63352" y="99102"/>
                        <a:pt x="63352" y="99036"/>
                        <a:pt x="63352" y="98969"/>
                      </a:cubicBezTo>
                      <a:lnTo>
                        <a:pt x="64412" y="98969"/>
                      </a:lnTo>
                      <a:cubicBezTo>
                        <a:pt x="64412" y="98902"/>
                        <a:pt x="64412" y="98836"/>
                        <a:pt x="64412" y="98769"/>
                      </a:cubicBezTo>
                      <a:lnTo>
                        <a:pt x="65471" y="98769"/>
                      </a:lnTo>
                      <a:cubicBezTo>
                        <a:pt x="65471" y="98702"/>
                        <a:pt x="65471" y="98636"/>
                        <a:pt x="65471" y="98569"/>
                      </a:cubicBezTo>
                      <a:lnTo>
                        <a:pt x="66530" y="98569"/>
                      </a:lnTo>
                      <a:cubicBezTo>
                        <a:pt x="67546" y="98211"/>
                        <a:pt x="68579" y="97953"/>
                        <a:pt x="69603" y="97636"/>
                      </a:cubicBezTo>
                      <a:cubicBezTo>
                        <a:pt x="73823" y="96353"/>
                        <a:pt x="78149" y="94970"/>
                        <a:pt x="81786" y="92571"/>
                      </a:cubicBezTo>
                      <a:cubicBezTo>
                        <a:pt x="86032" y="89763"/>
                        <a:pt x="90393" y="87039"/>
                        <a:pt x="93545" y="83174"/>
                      </a:cubicBezTo>
                      <a:cubicBezTo>
                        <a:pt x="95125" y="81233"/>
                        <a:pt x="96706" y="79408"/>
                        <a:pt x="97995" y="77376"/>
                      </a:cubicBezTo>
                      <a:cubicBezTo>
                        <a:pt x="99222" y="75443"/>
                        <a:pt x="100352" y="73610"/>
                        <a:pt x="101279" y="71578"/>
                      </a:cubicBezTo>
                      <a:cubicBezTo>
                        <a:pt x="102126" y="69711"/>
                        <a:pt x="102709" y="67820"/>
                        <a:pt x="103398" y="65879"/>
                      </a:cubicBezTo>
                      <a:cubicBezTo>
                        <a:pt x="103733" y="64938"/>
                        <a:pt x="104174" y="63980"/>
                        <a:pt x="104351" y="62980"/>
                      </a:cubicBezTo>
                      <a:cubicBezTo>
                        <a:pt x="104528" y="62006"/>
                        <a:pt x="104713" y="61097"/>
                        <a:pt x="104881" y="60081"/>
                      </a:cubicBezTo>
                      <a:cubicBezTo>
                        <a:pt x="104898" y="59948"/>
                        <a:pt x="105066" y="59856"/>
                        <a:pt x="105093" y="59681"/>
                      </a:cubicBezTo>
                      <a:cubicBezTo>
                        <a:pt x="105110" y="59548"/>
                        <a:pt x="105075" y="59415"/>
                        <a:pt x="105093" y="59281"/>
                      </a:cubicBezTo>
                      <a:cubicBezTo>
                        <a:pt x="105137" y="59006"/>
                        <a:pt x="105260" y="58873"/>
                        <a:pt x="105304" y="58582"/>
                      </a:cubicBezTo>
                      <a:cubicBezTo>
                        <a:pt x="105384" y="58057"/>
                        <a:pt x="105472" y="57690"/>
                        <a:pt x="105516" y="57182"/>
                      </a:cubicBezTo>
                      <a:cubicBezTo>
                        <a:pt x="105569" y="56616"/>
                        <a:pt x="105728" y="56241"/>
                        <a:pt x="105728" y="55682"/>
                      </a:cubicBezTo>
                      <a:cubicBezTo>
                        <a:pt x="105728" y="55449"/>
                        <a:pt x="105702" y="55208"/>
                        <a:pt x="105728" y="54983"/>
                      </a:cubicBezTo>
                      <a:cubicBezTo>
                        <a:pt x="105764" y="54699"/>
                        <a:pt x="105905" y="54491"/>
                        <a:pt x="105940" y="54283"/>
                      </a:cubicBezTo>
                      <a:cubicBezTo>
                        <a:pt x="106090" y="53400"/>
                        <a:pt x="105940" y="52375"/>
                        <a:pt x="105940" y="51484"/>
                      </a:cubicBezTo>
                      <a:cubicBezTo>
                        <a:pt x="105940" y="51226"/>
                        <a:pt x="105896" y="50934"/>
                        <a:pt x="105940" y="5068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811C8A0-8523-4300-98AC-235BA25AAE3D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2" name="Graphic 29">
            <a:extLst>
              <a:ext uri="{FF2B5EF4-FFF2-40B4-BE49-F238E27FC236}">
                <a16:creationId xmlns:a16="http://schemas.microsoft.com/office/drawing/2014/main" id="{F16996CE-49BB-4637-BA92-1497037678F5}"/>
              </a:ext>
            </a:extLst>
          </p:cNvPr>
          <p:cNvGrpSpPr/>
          <p:nvPr/>
        </p:nvGrpSpPr>
        <p:grpSpPr>
          <a:xfrm>
            <a:off x="615559" y="4098498"/>
            <a:ext cx="181369" cy="170753"/>
            <a:chOff x="615559" y="4098498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0D8C0E-ADF8-4DA9-B577-9B980ACD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559" y="4098498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44" name="Graphic 29">
              <a:extLst>
                <a:ext uri="{FF2B5EF4-FFF2-40B4-BE49-F238E27FC236}">
                  <a16:creationId xmlns:a16="http://schemas.microsoft.com/office/drawing/2014/main" id="{178A7F03-D6A2-4989-B605-747C337F35B5}"/>
                </a:ext>
              </a:extLst>
            </p:cNvPr>
            <p:cNvGrpSpPr/>
            <p:nvPr/>
          </p:nvGrpSpPr>
          <p:grpSpPr>
            <a:xfrm>
              <a:off x="650279" y="4131148"/>
              <a:ext cx="112084" cy="105400"/>
              <a:chOff x="650279" y="4131148"/>
              <a:chExt cx="112084" cy="105400"/>
            </a:xfrm>
            <a:solidFill>
              <a:schemeClr val="tx1"/>
            </a:solidFill>
          </p:grpSpPr>
          <p:grpSp>
            <p:nvGrpSpPr>
              <p:cNvPr id="45" name="Graphic 29">
                <a:extLst>
                  <a:ext uri="{FF2B5EF4-FFF2-40B4-BE49-F238E27FC236}">
                    <a16:creationId xmlns:a16="http://schemas.microsoft.com/office/drawing/2014/main" id="{02FC85AF-8007-4741-A314-BABA9A9632F3}"/>
                  </a:ext>
                </a:extLst>
              </p:cNvPr>
              <p:cNvGrpSpPr/>
              <p:nvPr/>
            </p:nvGrpSpPr>
            <p:grpSpPr>
              <a:xfrm>
                <a:off x="650279" y="4131148"/>
                <a:ext cx="112084" cy="105400"/>
                <a:chOff x="650279" y="4131148"/>
                <a:chExt cx="112084" cy="105400"/>
              </a:xfrm>
              <a:solidFill>
                <a:schemeClr val="tx1"/>
              </a:solidFill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0366CFDA-49C2-4F45-89E4-9420271FB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0279" y="4131148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E1C1D03-B865-4DFE-8BAB-EE0882F00DF6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8" name="Graphic 29">
                <a:extLst>
                  <a:ext uri="{FF2B5EF4-FFF2-40B4-BE49-F238E27FC236}">
                    <a16:creationId xmlns:a16="http://schemas.microsoft.com/office/drawing/2014/main" id="{56A6FBAF-1650-42FF-A3F7-5A59FFED8EC2}"/>
                  </a:ext>
                </a:extLst>
              </p:cNvPr>
              <p:cNvGrpSpPr/>
              <p:nvPr/>
            </p:nvGrpSpPr>
            <p:grpSpPr>
              <a:xfrm>
                <a:off x="653247" y="4133938"/>
                <a:ext cx="105946" cy="99821"/>
                <a:chOff x="653247" y="4133938"/>
                <a:chExt cx="105946" cy="99821"/>
              </a:xfrm>
              <a:solidFill>
                <a:schemeClr val="tx1"/>
              </a:solidFill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18BF9E4-03A7-453B-A119-CC0CE6D839EC}"/>
                    </a:ext>
                  </a:extLst>
                </p:cNvPr>
                <p:cNvSpPr/>
                <p:nvPr/>
              </p:nvSpPr>
              <p:spPr>
                <a:xfrm>
                  <a:off x="653247" y="4133938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4EEB25-B20E-4A5B-A18E-FD8343A5DFC9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75" name="Graphic 30">
            <a:extLst>
              <a:ext uri="{FF2B5EF4-FFF2-40B4-BE49-F238E27FC236}">
                <a16:creationId xmlns:a16="http://schemas.microsoft.com/office/drawing/2014/main" id="{BC78075E-74C4-4BBB-9E5C-F550FC47E16E}"/>
              </a:ext>
            </a:extLst>
          </p:cNvPr>
          <p:cNvGrpSpPr/>
          <p:nvPr/>
        </p:nvGrpSpPr>
        <p:grpSpPr>
          <a:xfrm>
            <a:off x="6039792" y="4604775"/>
            <a:ext cx="128468" cy="113958"/>
            <a:chOff x="6039792" y="4604775"/>
            <a:chExt cx="128468" cy="11395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B5E058-019C-4225-8381-F57151F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39792" y="4604775"/>
              <a:ext cx="128468" cy="113958"/>
            </a:xfrm>
            <a:custGeom>
              <a:avLst/>
              <a:gdLst>
                <a:gd name="connsiteX0" fmla="*/ -135 w 128468"/>
                <a:gd name="connsiteY0" fmla="*/ -135 h 113958"/>
                <a:gd name="connsiteX1" fmla="*/ 128334 w 128468"/>
                <a:gd name="connsiteY1" fmla="*/ -135 h 113958"/>
                <a:gd name="connsiteX2" fmla="*/ 128334 w 128468"/>
                <a:gd name="connsiteY2" fmla="*/ 113823 h 113958"/>
                <a:gd name="connsiteX3" fmla="*/ -135 w 128468"/>
                <a:gd name="connsiteY3" fmla="*/ 113823 h 11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68" h="113958">
                  <a:moveTo>
                    <a:pt x="-135" y="-135"/>
                  </a:moveTo>
                  <a:lnTo>
                    <a:pt x="128334" y="-135"/>
                  </a:lnTo>
                  <a:lnTo>
                    <a:pt x="128334" y="113823"/>
                  </a:lnTo>
                  <a:lnTo>
                    <a:pt x="-135" y="113823"/>
                  </a:lnTo>
                  <a:close/>
                </a:path>
              </a:pathLst>
            </a:custGeom>
          </p:spPr>
        </p:pic>
        <p:grpSp>
          <p:nvGrpSpPr>
            <p:cNvPr id="77" name="Graphic 30">
              <a:extLst>
                <a:ext uri="{FF2B5EF4-FFF2-40B4-BE49-F238E27FC236}">
                  <a16:creationId xmlns:a16="http://schemas.microsoft.com/office/drawing/2014/main" id="{0CB71E64-4F39-47B1-A6A0-63EAFAC6B30D}"/>
                </a:ext>
              </a:extLst>
            </p:cNvPr>
            <p:cNvGrpSpPr/>
            <p:nvPr/>
          </p:nvGrpSpPr>
          <p:grpSpPr>
            <a:xfrm>
              <a:off x="6064385" y="4626565"/>
              <a:ext cx="79392" cy="70342"/>
              <a:chOff x="6064385" y="4626565"/>
              <a:chExt cx="79392" cy="70342"/>
            </a:xfrm>
            <a:solidFill>
              <a:schemeClr val="tx1"/>
            </a:solidFill>
          </p:grpSpPr>
          <p:grpSp>
            <p:nvGrpSpPr>
              <p:cNvPr id="78" name="Graphic 30">
                <a:extLst>
                  <a:ext uri="{FF2B5EF4-FFF2-40B4-BE49-F238E27FC236}">
                    <a16:creationId xmlns:a16="http://schemas.microsoft.com/office/drawing/2014/main" id="{EC7CCB7F-284C-43B6-B72A-521536059E86}"/>
                  </a:ext>
                </a:extLst>
              </p:cNvPr>
              <p:cNvGrpSpPr/>
              <p:nvPr/>
            </p:nvGrpSpPr>
            <p:grpSpPr>
              <a:xfrm>
                <a:off x="6064385" y="4626565"/>
                <a:ext cx="79392" cy="70342"/>
                <a:chOff x="6064385" y="4626565"/>
                <a:chExt cx="79392" cy="70342"/>
              </a:xfrm>
              <a:solidFill>
                <a:schemeClr val="tx1"/>
              </a:solidFill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4F8081BB-6FE8-47CD-BF39-45D67D770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4385" y="4626565"/>
                  <a:ext cx="79392" cy="70342"/>
                </a:xfrm>
                <a:custGeom>
                  <a:avLst/>
                  <a:gdLst>
                    <a:gd name="connsiteX0" fmla="*/ 29 w 79392"/>
                    <a:gd name="connsiteY0" fmla="*/ 29 h 70342"/>
                    <a:gd name="connsiteX1" fmla="*/ 79421 w 79392"/>
                    <a:gd name="connsiteY1" fmla="*/ 29 h 70342"/>
                    <a:gd name="connsiteX2" fmla="*/ 79421 w 79392"/>
                    <a:gd name="connsiteY2" fmla="*/ 70372 h 70342"/>
                    <a:gd name="connsiteX3" fmla="*/ 29 w 79392"/>
                    <a:gd name="connsiteY3" fmla="*/ 70372 h 70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0342">
                      <a:moveTo>
                        <a:pt x="29" y="29"/>
                      </a:moveTo>
                      <a:lnTo>
                        <a:pt x="79421" y="29"/>
                      </a:lnTo>
                      <a:lnTo>
                        <a:pt x="79421" y="70372"/>
                      </a:lnTo>
                      <a:lnTo>
                        <a:pt x="29" y="70372"/>
                      </a:lnTo>
                      <a:close/>
                    </a:path>
                  </a:pathLst>
                </a:custGeom>
              </p:spPr>
            </p:pic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CE2D35C-6006-48CF-93DA-48A182446F9E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1" name="Graphic 30">
                <a:extLst>
                  <a:ext uri="{FF2B5EF4-FFF2-40B4-BE49-F238E27FC236}">
                    <a16:creationId xmlns:a16="http://schemas.microsoft.com/office/drawing/2014/main" id="{69C13F02-F7D4-410B-A88F-4B8D0E16AD42}"/>
                  </a:ext>
                </a:extLst>
              </p:cNvPr>
              <p:cNvGrpSpPr/>
              <p:nvPr/>
            </p:nvGrpSpPr>
            <p:grpSpPr>
              <a:xfrm>
                <a:off x="6066486" y="4628427"/>
                <a:ext cx="75044" cy="66619"/>
                <a:chOff x="6066486" y="4628427"/>
                <a:chExt cx="75044" cy="66619"/>
              </a:xfrm>
              <a:solidFill>
                <a:schemeClr val="tx1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F0C563A-3886-4A2D-B0F3-88222D4A541A}"/>
                    </a:ext>
                  </a:extLst>
                </p:cNvPr>
                <p:cNvSpPr/>
                <p:nvPr/>
              </p:nvSpPr>
              <p:spPr>
                <a:xfrm>
                  <a:off x="6066486" y="4628427"/>
                  <a:ext cx="75044" cy="66619"/>
                </a:xfrm>
                <a:custGeom>
                  <a:avLst/>
                  <a:gdLst>
                    <a:gd name="connsiteX0" fmla="*/ 75040 w 75044"/>
                    <a:gd name="connsiteY0" fmla="*/ 32379 h 66619"/>
                    <a:gd name="connsiteX1" fmla="*/ 74740 w 75044"/>
                    <a:gd name="connsiteY1" fmla="*/ 28523 h 66619"/>
                    <a:gd name="connsiteX2" fmla="*/ 74590 w 75044"/>
                    <a:gd name="connsiteY2" fmla="*/ 27991 h 66619"/>
                    <a:gd name="connsiteX3" fmla="*/ 74590 w 75044"/>
                    <a:gd name="connsiteY3" fmla="*/ 27526 h 66619"/>
                    <a:gd name="connsiteX4" fmla="*/ 74290 w 75044"/>
                    <a:gd name="connsiteY4" fmla="*/ 26595 h 66619"/>
                    <a:gd name="connsiteX5" fmla="*/ 74140 w 75044"/>
                    <a:gd name="connsiteY5" fmla="*/ 25597 h 66619"/>
                    <a:gd name="connsiteX6" fmla="*/ 73990 w 75044"/>
                    <a:gd name="connsiteY6" fmla="*/ 25132 h 66619"/>
                    <a:gd name="connsiteX7" fmla="*/ 73839 w 75044"/>
                    <a:gd name="connsiteY7" fmla="*/ 24667 h 66619"/>
                    <a:gd name="connsiteX8" fmla="*/ 73239 w 75044"/>
                    <a:gd name="connsiteY8" fmla="*/ 22738 h 66619"/>
                    <a:gd name="connsiteX9" fmla="*/ 72939 w 75044"/>
                    <a:gd name="connsiteY9" fmla="*/ 21741 h 66619"/>
                    <a:gd name="connsiteX10" fmla="*/ 72639 w 75044"/>
                    <a:gd name="connsiteY10" fmla="*/ 20810 h 66619"/>
                    <a:gd name="connsiteX11" fmla="*/ 70688 w 75044"/>
                    <a:gd name="connsiteY11" fmla="*/ 16954 h 66619"/>
                    <a:gd name="connsiteX12" fmla="*/ 67836 w 75044"/>
                    <a:gd name="connsiteY12" fmla="*/ 13098 h 66619"/>
                    <a:gd name="connsiteX13" fmla="*/ 67536 w 75044"/>
                    <a:gd name="connsiteY13" fmla="*/ 12566 h 66619"/>
                    <a:gd name="connsiteX14" fmla="*/ 67011 w 75044"/>
                    <a:gd name="connsiteY14" fmla="*/ 12101 h 66619"/>
                    <a:gd name="connsiteX15" fmla="*/ 66260 w 75044"/>
                    <a:gd name="connsiteY15" fmla="*/ 11170 h 66619"/>
                    <a:gd name="connsiteX16" fmla="*/ 64234 w 75044"/>
                    <a:gd name="connsiteY16" fmla="*/ 9242 h 66619"/>
                    <a:gd name="connsiteX17" fmla="*/ 59882 w 75044"/>
                    <a:gd name="connsiteY17" fmla="*/ 6117 h 66619"/>
                    <a:gd name="connsiteX18" fmla="*/ 55530 w 75044"/>
                    <a:gd name="connsiteY18" fmla="*/ 3723 h 66619"/>
                    <a:gd name="connsiteX19" fmla="*/ 51177 w 75044"/>
                    <a:gd name="connsiteY19" fmla="*/ 2128 h 66619"/>
                    <a:gd name="connsiteX20" fmla="*/ 46825 w 75044"/>
                    <a:gd name="connsiteY20" fmla="*/ 931 h 66619"/>
                    <a:gd name="connsiteX21" fmla="*/ 46075 w 75044"/>
                    <a:gd name="connsiteY21" fmla="*/ 931 h 66619"/>
                    <a:gd name="connsiteX22" fmla="*/ 46075 w 75044"/>
                    <a:gd name="connsiteY22" fmla="*/ 798 h 66619"/>
                    <a:gd name="connsiteX23" fmla="*/ 45324 w 75044"/>
                    <a:gd name="connsiteY23" fmla="*/ 798 h 66619"/>
                    <a:gd name="connsiteX24" fmla="*/ 45324 w 75044"/>
                    <a:gd name="connsiteY24" fmla="*/ 665 h 66619"/>
                    <a:gd name="connsiteX25" fmla="*/ 44574 w 75044"/>
                    <a:gd name="connsiteY25" fmla="*/ 665 h 66619"/>
                    <a:gd name="connsiteX26" fmla="*/ 44574 w 75044"/>
                    <a:gd name="connsiteY26" fmla="*/ 532 h 66619"/>
                    <a:gd name="connsiteX27" fmla="*/ 43673 w 75044"/>
                    <a:gd name="connsiteY27" fmla="*/ 532 h 66619"/>
                    <a:gd name="connsiteX28" fmla="*/ 43673 w 75044"/>
                    <a:gd name="connsiteY28" fmla="*/ 399 h 66619"/>
                    <a:gd name="connsiteX29" fmla="*/ 42623 w 75044"/>
                    <a:gd name="connsiteY29" fmla="*/ 399 h 66619"/>
                    <a:gd name="connsiteX30" fmla="*/ 42623 w 75044"/>
                    <a:gd name="connsiteY30" fmla="*/ 266 h 66619"/>
                    <a:gd name="connsiteX31" fmla="*/ 41272 w 75044"/>
                    <a:gd name="connsiteY31" fmla="*/ 266 h 66619"/>
                    <a:gd name="connsiteX32" fmla="*/ 41272 w 75044"/>
                    <a:gd name="connsiteY32" fmla="*/ 133 h 66619"/>
                    <a:gd name="connsiteX33" fmla="*/ 39021 w 75044"/>
                    <a:gd name="connsiteY33" fmla="*/ 133 h 66619"/>
                    <a:gd name="connsiteX34" fmla="*/ 39021 w 75044"/>
                    <a:gd name="connsiteY34" fmla="*/ 0 h 66619"/>
                    <a:gd name="connsiteX35" fmla="*/ 36019 w 75044"/>
                    <a:gd name="connsiteY35" fmla="*/ 0 h 66619"/>
                    <a:gd name="connsiteX36" fmla="*/ 36019 w 75044"/>
                    <a:gd name="connsiteY36" fmla="*/ 133 h 66619"/>
                    <a:gd name="connsiteX37" fmla="*/ 33768 w 75044"/>
                    <a:gd name="connsiteY37" fmla="*/ 133 h 66619"/>
                    <a:gd name="connsiteX38" fmla="*/ 33768 w 75044"/>
                    <a:gd name="connsiteY38" fmla="*/ 266 h 66619"/>
                    <a:gd name="connsiteX39" fmla="*/ 32417 w 75044"/>
                    <a:gd name="connsiteY39" fmla="*/ 266 h 66619"/>
                    <a:gd name="connsiteX40" fmla="*/ 32417 w 75044"/>
                    <a:gd name="connsiteY40" fmla="*/ 399 h 66619"/>
                    <a:gd name="connsiteX41" fmla="*/ 31367 w 75044"/>
                    <a:gd name="connsiteY41" fmla="*/ 399 h 66619"/>
                    <a:gd name="connsiteX42" fmla="*/ 31367 w 75044"/>
                    <a:gd name="connsiteY42" fmla="*/ 532 h 66619"/>
                    <a:gd name="connsiteX43" fmla="*/ 30466 w 75044"/>
                    <a:gd name="connsiteY43" fmla="*/ 532 h 66619"/>
                    <a:gd name="connsiteX44" fmla="*/ 30466 w 75044"/>
                    <a:gd name="connsiteY44" fmla="*/ 665 h 66619"/>
                    <a:gd name="connsiteX45" fmla="*/ 29716 w 75044"/>
                    <a:gd name="connsiteY45" fmla="*/ 665 h 66619"/>
                    <a:gd name="connsiteX46" fmla="*/ 29716 w 75044"/>
                    <a:gd name="connsiteY46" fmla="*/ 798 h 66619"/>
                    <a:gd name="connsiteX47" fmla="*/ 28965 w 75044"/>
                    <a:gd name="connsiteY47" fmla="*/ 798 h 66619"/>
                    <a:gd name="connsiteX48" fmla="*/ 28965 w 75044"/>
                    <a:gd name="connsiteY48" fmla="*/ 931 h 66619"/>
                    <a:gd name="connsiteX49" fmla="*/ 28215 w 75044"/>
                    <a:gd name="connsiteY49" fmla="*/ 931 h 66619"/>
                    <a:gd name="connsiteX50" fmla="*/ 26039 w 75044"/>
                    <a:gd name="connsiteY50" fmla="*/ 1546 h 66619"/>
                    <a:gd name="connsiteX51" fmla="*/ 17334 w 75044"/>
                    <a:gd name="connsiteY51" fmla="*/ 4887 h 66619"/>
                    <a:gd name="connsiteX52" fmla="*/ 12982 w 75044"/>
                    <a:gd name="connsiteY52" fmla="*/ 7579 h 66619"/>
                    <a:gd name="connsiteX53" fmla="*/ 8930 w 75044"/>
                    <a:gd name="connsiteY53" fmla="*/ 11170 h 66619"/>
                    <a:gd name="connsiteX54" fmla="*/ 5703 w 75044"/>
                    <a:gd name="connsiteY54" fmla="*/ 15026 h 66619"/>
                    <a:gd name="connsiteX55" fmla="*/ 3377 w 75044"/>
                    <a:gd name="connsiteY55" fmla="*/ 18882 h 66619"/>
                    <a:gd name="connsiteX56" fmla="*/ 1801 w 75044"/>
                    <a:gd name="connsiteY56" fmla="*/ 22738 h 66619"/>
                    <a:gd name="connsiteX57" fmla="*/ 750 w 75044"/>
                    <a:gd name="connsiteY57" fmla="*/ 26595 h 66619"/>
                    <a:gd name="connsiteX58" fmla="*/ 0 w 75044"/>
                    <a:gd name="connsiteY58" fmla="*/ 34307 h 66619"/>
                    <a:gd name="connsiteX59" fmla="*/ 1201 w 75044"/>
                    <a:gd name="connsiteY59" fmla="*/ 42086 h 66619"/>
                    <a:gd name="connsiteX60" fmla="*/ 1351 w 75044"/>
                    <a:gd name="connsiteY60" fmla="*/ 42352 h 66619"/>
                    <a:gd name="connsiteX61" fmla="*/ 1351 w 75044"/>
                    <a:gd name="connsiteY61" fmla="*/ 42618 h 66619"/>
                    <a:gd name="connsiteX62" fmla="*/ 1501 w 75044"/>
                    <a:gd name="connsiteY62" fmla="*/ 43017 h 66619"/>
                    <a:gd name="connsiteX63" fmla="*/ 1801 w 75044"/>
                    <a:gd name="connsiteY63" fmla="*/ 43948 h 66619"/>
                    <a:gd name="connsiteX64" fmla="*/ 2551 w 75044"/>
                    <a:gd name="connsiteY64" fmla="*/ 45942 h 66619"/>
                    <a:gd name="connsiteX65" fmla="*/ 3452 w 75044"/>
                    <a:gd name="connsiteY65" fmla="*/ 47804 h 66619"/>
                    <a:gd name="connsiteX66" fmla="*/ 4502 w 75044"/>
                    <a:gd name="connsiteY66" fmla="*/ 49799 h 66619"/>
                    <a:gd name="connsiteX67" fmla="*/ 7354 w 75044"/>
                    <a:gd name="connsiteY67" fmla="*/ 53655 h 66619"/>
                    <a:gd name="connsiteX68" fmla="*/ 10956 w 75044"/>
                    <a:gd name="connsiteY68" fmla="*/ 57378 h 66619"/>
                    <a:gd name="connsiteX69" fmla="*/ 13132 w 75044"/>
                    <a:gd name="connsiteY69" fmla="*/ 59073 h 66619"/>
                    <a:gd name="connsiteX70" fmla="*/ 15308 w 75044"/>
                    <a:gd name="connsiteY70" fmla="*/ 60569 h 66619"/>
                    <a:gd name="connsiteX71" fmla="*/ 19661 w 75044"/>
                    <a:gd name="connsiteY71" fmla="*/ 62896 h 66619"/>
                    <a:gd name="connsiteX72" fmla="*/ 24013 w 75044"/>
                    <a:gd name="connsiteY72" fmla="*/ 64514 h 66619"/>
                    <a:gd name="connsiteX73" fmla="*/ 28365 w 75044"/>
                    <a:gd name="connsiteY73" fmla="*/ 65689 h 66619"/>
                    <a:gd name="connsiteX74" fmla="*/ 29116 w 75044"/>
                    <a:gd name="connsiteY74" fmla="*/ 65689 h 66619"/>
                    <a:gd name="connsiteX75" fmla="*/ 29116 w 75044"/>
                    <a:gd name="connsiteY75" fmla="*/ 65822 h 66619"/>
                    <a:gd name="connsiteX76" fmla="*/ 29866 w 75044"/>
                    <a:gd name="connsiteY76" fmla="*/ 65822 h 66619"/>
                    <a:gd name="connsiteX77" fmla="*/ 29866 w 75044"/>
                    <a:gd name="connsiteY77" fmla="*/ 65955 h 66619"/>
                    <a:gd name="connsiteX78" fmla="*/ 30766 w 75044"/>
                    <a:gd name="connsiteY78" fmla="*/ 65955 h 66619"/>
                    <a:gd name="connsiteX79" fmla="*/ 30766 w 75044"/>
                    <a:gd name="connsiteY79" fmla="*/ 66088 h 66619"/>
                    <a:gd name="connsiteX80" fmla="*/ 31667 w 75044"/>
                    <a:gd name="connsiteY80" fmla="*/ 66088 h 66619"/>
                    <a:gd name="connsiteX81" fmla="*/ 31667 w 75044"/>
                    <a:gd name="connsiteY81" fmla="*/ 66221 h 66619"/>
                    <a:gd name="connsiteX82" fmla="*/ 32717 w 75044"/>
                    <a:gd name="connsiteY82" fmla="*/ 66221 h 66619"/>
                    <a:gd name="connsiteX83" fmla="*/ 32717 w 75044"/>
                    <a:gd name="connsiteY83" fmla="*/ 66354 h 66619"/>
                    <a:gd name="connsiteX84" fmla="*/ 34068 w 75044"/>
                    <a:gd name="connsiteY84" fmla="*/ 66354 h 66619"/>
                    <a:gd name="connsiteX85" fmla="*/ 34068 w 75044"/>
                    <a:gd name="connsiteY85" fmla="*/ 66487 h 66619"/>
                    <a:gd name="connsiteX86" fmla="*/ 36770 w 75044"/>
                    <a:gd name="connsiteY86" fmla="*/ 66487 h 66619"/>
                    <a:gd name="connsiteX87" fmla="*/ 36770 w 75044"/>
                    <a:gd name="connsiteY87" fmla="*/ 66620 h 66619"/>
                    <a:gd name="connsiteX88" fmla="*/ 38421 w 75044"/>
                    <a:gd name="connsiteY88" fmla="*/ 66620 h 66619"/>
                    <a:gd name="connsiteX89" fmla="*/ 38421 w 75044"/>
                    <a:gd name="connsiteY89" fmla="*/ 66487 h 66619"/>
                    <a:gd name="connsiteX90" fmla="*/ 41122 w 75044"/>
                    <a:gd name="connsiteY90" fmla="*/ 66487 h 66619"/>
                    <a:gd name="connsiteX91" fmla="*/ 41122 w 75044"/>
                    <a:gd name="connsiteY91" fmla="*/ 66354 h 66619"/>
                    <a:gd name="connsiteX92" fmla="*/ 42473 w 75044"/>
                    <a:gd name="connsiteY92" fmla="*/ 66354 h 66619"/>
                    <a:gd name="connsiteX93" fmla="*/ 42473 w 75044"/>
                    <a:gd name="connsiteY93" fmla="*/ 66221 h 66619"/>
                    <a:gd name="connsiteX94" fmla="*/ 43523 w 75044"/>
                    <a:gd name="connsiteY94" fmla="*/ 66221 h 66619"/>
                    <a:gd name="connsiteX95" fmla="*/ 43523 w 75044"/>
                    <a:gd name="connsiteY95" fmla="*/ 66088 h 66619"/>
                    <a:gd name="connsiteX96" fmla="*/ 44424 w 75044"/>
                    <a:gd name="connsiteY96" fmla="*/ 66088 h 66619"/>
                    <a:gd name="connsiteX97" fmla="*/ 44424 w 75044"/>
                    <a:gd name="connsiteY97" fmla="*/ 65955 h 66619"/>
                    <a:gd name="connsiteX98" fmla="*/ 45324 w 75044"/>
                    <a:gd name="connsiteY98" fmla="*/ 65955 h 66619"/>
                    <a:gd name="connsiteX99" fmla="*/ 45324 w 75044"/>
                    <a:gd name="connsiteY99" fmla="*/ 65822 h 66619"/>
                    <a:gd name="connsiteX100" fmla="*/ 46075 w 75044"/>
                    <a:gd name="connsiteY100" fmla="*/ 65822 h 66619"/>
                    <a:gd name="connsiteX101" fmla="*/ 46075 w 75044"/>
                    <a:gd name="connsiteY101" fmla="*/ 65689 h 66619"/>
                    <a:gd name="connsiteX102" fmla="*/ 46825 w 75044"/>
                    <a:gd name="connsiteY102" fmla="*/ 65689 h 66619"/>
                    <a:gd name="connsiteX103" fmla="*/ 49001 w 75044"/>
                    <a:gd name="connsiteY103" fmla="*/ 65107 h 66619"/>
                    <a:gd name="connsiteX104" fmla="*/ 57706 w 75044"/>
                    <a:gd name="connsiteY104" fmla="*/ 61733 h 66619"/>
                    <a:gd name="connsiteX105" fmla="*/ 66260 w 75044"/>
                    <a:gd name="connsiteY105" fmla="*/ 55450 h 66619"/>
                    <a:gd name="connsiteX106" fmla="*/ 71738 w 75044"/>
                    <a:gd name="connsiteY106" fmla="*/ 47804 h 66619"/>
                    <a:gd name="connsiteX107" fmla="*/ 71963 w 75044"/>
                    <a:gd name="connsiteY107" fmla="*/ 47206 h 66619"/>
                    <a:gd name="connsiteX108" fmla="*/ 72189 w 75044"/>
                    <a:gd name="connsiteY108" fmla="*/ 46740 h 66619"/>
                    <a:gd name="connsiteX109" fmla="*/ 72489 w 75044"/>
                    <a:gd name="connsiteY109" fmla="*/ 45809 h 66619"/>
                    <a:gd name="connsiteX110" fmla="*/ 73239 w 75044"/>
                    <a:gd name="connsiteY110" fmla="*/ 43948 h 66619"/>
                    <a:gd name="connsiteX111" fmla="*/ 74290 w 75044"/>
                    <a:gd name="connsiteY111" fmla="*/ 40092 h 66619"/>
                    <a:gd name="connsiteX112" fmla="*/ 74590 w 75044"/>
                    <a:gd name="connsiteY112" fmla="*/ 39028 h 66619"/>
                    <a:gd name="connsiteX113" fmla="*/ 74590 w 75044"/>
                    <a:gd name="connsiteY113" fmla="*/ 38629 h 66619"/>
                    <a:gd name="connsiteX114" fmla="*/ 74740 w 75044"/>
                    <a:gd name="connsiteY114" fmla="*/ 38163 h 66619"/>
                    <a:gd name="connsiteX115" fmla="*/ 74890 w 75044"/>
                    <a:gd name="connsiteY115" fmla="*/ 36235 h 66619"/>
                    <a:gd name="connsiteX116" fmla="*/ 75040 w 75044"/>
                    <a:gd name="connsiteY116" fmla="*/ 32379 h 66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75044" h="66619">
                      <a:moveTo>
                        <a:pt x="75040" y="32379"/>
                      </a:moveTo>
                      <a:cubicBezTo>
                        <a:pt x="75040" y="31055"/>
                        <a:pt x="74953" y="29792"/>
                        <a:pt x="74740" y="28523"/>
                      </a:cubicBezTo>
                      <a:cubicBezTo>
                        <a:pt x="74709" y="28329"/>
                        <a:pt x="74621" y="28207"/>
                        <a:pt x="74590" y="27991"/>
                      </a:cubicBezTo>
                      <a:cubicBezTo>
                        <a:pt x="74565" y="27841"/>
                        <a:pt x="74615" y="27675"/>
                        <a:pt x="74590" y="27526"/>
                      </a:cubicBezTo>
                      <a:cubicBezTo>
                        <a:pt x="74540" y="27254"/>
                        <a:pt x="74333" y="26866"/>
                        <a:pt x="74290" y="26595"/>
                      </a:cubicBezTo>
                      <a:cubicBezTo>
                        <a:pt x="74233" y="26223"/>
                        <a:pt x="74202" y="25958"/>
                        <a:pt x="74140" y="25597"/>
                      </a:cubicBezTo>
                      <a:cubicBezTo>
                        <a:pt x="74108" y="25426"/>
                        <a:pt x="74033" y="25309"/>
                        <a:pt x="73990" y="25132"/>
                      </a:cubicBezTo>
                      <a:cubicBezTo>
                        <a:pt x="73952" y="24993"/>
                        <a:pt x="73858" y="24766"/>
                        <a:pt x="73839" y="24667"/>
                      </a:cubicBezTo>
                      <a:cubicBezTo>
                        <a:pt x="73714" y="23974"/>
                        <a:pt x="73421" y="23392"/>
                        <a:pt x="73239" y="22738"/>
                      </a:cubicBezTo>
                      <a:cubicBezTo>
                        <a:pt x="73139" y="22378"/>
                        <a:pt x="73064" y="22079"/>
                        <a:pt x="72939" y="21741"/>
                      </a:cubicBezTo>
                      <a:cubicBezTo>
                        <a:pt x="72833" y="21453"/>
                        <a:pt x="72783" y="21087"/>
                        <a:pt x="72639" y="20810"/>
                      </a:cubicBezTo>
                      <a:cubicBezTo>
                        <a:pt x="71988" y="19536"/>
                        <a:pt x="71532" y="18145"/>
                        <a:pt x="70688" y="16954"/>
                      </a:cubicBezTo>
                      <a:cubicBezTo>
                        <a:pt x="69762" y="15647"/>
                        <a:pt x="68949" y="14350"/>
                        <a:pt x="67836" y="13098"/>
                      </a:cubicBezTo>
                      <a:cubicBezTo>
                        <a:pt x="67736" y="12987"/>
                        <a:pt x="67636" y="12677"/>
                        <a:pt x="67536" y="12566"/>
                      </a:cubicBezTo>
                      <a:cubicBezTo>
                        <a:pt x="67380" y="12400"/>
                        <a:pt x="67161" y="12272"/>
                        <a:pt x="67011" y="12101"/>
                      </a:cubicBezTo>
                      <a:cubicBezTo>
                        <a:pt x="66773" y="11829"/>
                        <a:pt x="66498" y="11441"/>
                        <a:pt x="66260" y="11170"/>
                      </a:cubicBezTo>
                      <a:cubicBezTo>
                        <a:pt x="65648" y="10472"/>
                        <a:pt x="64953" y="9879"/>
                        <a:pt x="64234" y="9242"/>
                      </a:cubicBezTo>
                      <a:cubicBezTo>
                        <a:pt x="62902" y="8062"/>
                        <a:pt x="61370" y="7103"/>
                        <a:pt x="59882" y="6117"/>
                      </a:cubicBezTo>
                      <a:cubicBezTo>
                        <a:pt x="58538" y="5230"/>
                        <a:pt x="57043" y="4394"/>
                        <a:pt x="55530" y="3723"/>
                      </a:cubicBezTo>
                      <a:cubicBezTo>
                        <a:pt x="54116" y="3097"/>
                        <a:pt x="52647" y="2632"/>
                        <a:pt x="51177" y="2128"/>
                      </a:cubicBezTo>
                      <a:cubicBezTo>
                        <a:pt x="49758" y="1640"/>
                        <a:pt x="48251" y="1402"/>
                        <a:pt x="46825" y="931"/>
                      </a:cubicBezTo>
                      <a:lnTo>
                        <a:pt x="46075" y="931"/>
                      </a:lnTo>
                      <a:cubicBezTo>
                        <a:pt x="46075" y="886"/>
                        <a:pt x="46075" y="842"/>
                        <a:pt x="46075" y="798"/>
                      </a:cubicBezTo>
                      <a:lnTo>
                        <a:pt x="45324" y="798"/>
                      </a:lnTo>
                      <a:cubicBezTo>
                        <a:pt x="45324" y="754"/>
                        <a:pt x="45324" y="709"/>
                        <a:pt x="45324" y="665"/>
                      </a:cubicBezTo>
                      <a:lnTo>
                        <a:pt x="44574" y="665"/>
                      </a:lnTo>
                      <a:cubicBezTo>
                        <a:pt x="44574" y="621"/>
                        <a:pt x="44574" y="576"/>
                        <a:pt x="44574" y="532"/>
                      </a:cubicBezTo>
                      <a:lnTo>
                        <a:pt x="43673" y="532"/>
                      </a:lnTo>
                      <a:cubicBezTo>
                        <a:pt x="43673" y="488"/>
                        <a:pt x="43673" y="443"/>
                        <a:pt x="43673" y="399"/>
                      </a:cubicBezTo>
                      <a:lnTo>
                        <a:pt x="42623" y="399"/>
                      </a:lnTo>
                      <a:cubicBezTo>
                        <a:pt x="42623" y="355"/>
                        <a:pt x="42623" y="310"/>
                        <a:pt x="42623" y="266"/>
                      </a:cubicBezTo>
                      <a:lnTo>
                        <a:pt x="41272" y="266"/>
                      </a:lnTo>
                      <a:cubicBezTo>
                        <a:pt x="41272" y="222"/>
                        <a:pt x="41272" y="177"/>
                        <a:pt x="41272" y="133"/>
                      </a:cubicBezTo>
                      <a:lnTo>
                        <a:pt x="39021" y="133"/>
                      </a:lnTo>
                      <a:cubicBezTo>
                        <a:pt x="39021" y="89"/>
                        <a:pt x="39021" y="44"/>
                        <a:pt x="39021" y="0"/>
                      </a:cubicBezTo>
                      <a:lnTo>
                        <a:pt x="36019" y="0"/>
                      </a:lnTo>
                      <a:cubicBezTo>
                        <a:pt x="36019" y="44"/>
                        <a:pt x="36019" y="89"/>
                        <a:pt x="36019" y="133"/>
                      </a:cubicBezTo>
                      <a:lnTo>
                        <a:pt x="33768" y="133"/>
                      </a:lnTo>
                      <a:cubicBezTo>
                        <a:pt x="33768" y="177"/>
                        <a:pt x="33768" y="222"/>
                        <a:pt x="33768" y="266"/>
                      </a:cubicBezTo>
                      <a:lnTo>
                        <a:pt x="32417" y="266"/>
                      </a:lnTo>
                      <a:cubicBezTo>
                        <a:pt x="32417" y="310"/>
                        <a:pt x="32417" y="355"/>
                        <a:pt x="32417" y="399"/>
                      </a:cubicBezTo>
                      <a:lnTo>
                        <a:pt x="31367" y="399"/>
                      </a:lnTo>
                      <a:cubicBezTo>
                        <a:pt x="31367" y="443"/>
                        <a:pt x="31367" y="488"/>
                        <a:pt x="31367" y="532"/>
                      </a:cubicBezTo>
                      <a:lnTo>
                        <a:pt x="30466" y="532"/>
                      </a:lnTo>
                      <a:cubicBezTo>
                        <a:pt x="30466" y="576"/>
                        <a:pt x="30466" y="621"/>
                        <a:pt x="30466" y="665"/>
                      </a:cubicBezTo>
                      <a:lnTo>
                        <a:pt x="29716" y="665"/>
                      </a:lnTo>
                      <a:cubicBezTo>
                        <a:pt x="29716" y="709"/>
                        <a:pt x="29716" y="754"/>
                        <a:pt x="29716" y="798"/>
                      </a:cubicBezTo>
                      <a:lnTo>
                        <a:pt x="28965" y="798"/>
                      </a:lnTo>
                      <a:cubicBezTo>
                        <a:pt x="28965" y="842"/>
                        <a:pt x="28965" y="886"/>
                        <a:pt x="28965" y="931"/>
                      </a:cubicBezTo>
                      <a:lnTo>
                        <a:pt x="28215" y="931"/>
                      </a:lnTo>
                      <a:cubicBezTo>
                        <a:pt x="27502" y="1169"/>
                        <a:pt x="26771" y="1363"/>
                        <a:pt x="26039" y="1546"/>
                      </a:cubicBezTo>
                      <a:cubicBezTo>
                        <a:pt x="23012" y="2305"/>
                        <a:pt x="19898" y="3297"/>
                        <a:pt x="17334" y="4887"/>
                      </a:cubicBezTo>
                      <a:cubicBezTo>
                        <a:pt x="15883" y="5784"/>
                        <a:pt x="14351" y="6582"/>
                        <a:pt x="12982" y="7579"/>
                      </a:cubicBezTo>
                      <a:cubicBezTo>
                        <a:pt x="11475" y="8677"/>
                        <a:pt x="10087" y="9857"/>
                        <a:pt x="8930" y="11170"/>
                      </a:cubicBezTo>
                      <a:cubicBezTo>
                        <a:pt x="7779" y="12472"/>
                        <a:pt x="6685" y="13685"/>
                        <a:pt x="5703" y="15026"/>
                      </a:cubicBezTo>
                      <a:cubicBezTo>
                        <a:pt x="4796" y="16262"/>
                        <a:pt x="4065" y="17569"/>
                        <a:pt x="3377" y="18882"/>
                      </a:cubicBezTo>
                      <a:cubicBezTo>
                        <a:pt x="2733" y="20107"/>
                        <a:pt x="2282" y="21459"/>
                        <a:pt x="1801" y="22738"/>
                      </a:cubicBezTo>
                      <a:cubicBezTo>
                        <a:pt x="1332" y="23991"/>
                        <a:pt x="1063" y="25287"/>
                        <a:pt x="750" y="26595"/>
                      </a:cubicBezTo>
                      <a:cubicBezTo>
                        <a:pt x="163" y="29060"/>
                        <a:pt x="0" y="31614"/>
                        <a:pt x="0" y="34307"/>
                      </a:cubicBezTo>
                      <a:cubicBezTo>
                        <a:pt x="0" y="37022"/>
                        <a:pt x="738" y="39543"/>
                        <a:pt x="1201" y="42086"/>
                      </a:cubicBezTo>
                      <a:cubicBezTo>
                        <a:pt x="1207" y="42136"/>
                        <a:pt x="1326" y="42286"/>
                        <a:pt x="1351" y="42352"/>
                      </a:cubicBezTo>
                      <a:cubicBezTo>
                        <a:pt x="1376" y="42424"/>
                        <a:pt x="1338" y="42546"/>
                        <a:pt x="1351" y="42618"/>
                      </a:cubicBezTo>
                      <a:cubicBezTo>
                        <a:pt x="1363" y="42679"/>
                        <a:pt x="1470" y="42928"/>
                        <a:pt x="1501" y="43017"/>
                      </a:cubicBezTo>
                      <a:cubicBezTo>
                        <a:pt x="1613" y="43316"/>
                        <a:pt x="1682" y="43637"/>
                        <a:pt x="1801" y="43948"/>
                      </a:cubicBezTo>
                      <a:cubicBezTo>
                        <a:pt x="2051" y="44607"/>
                        <a:pt x="2301" y="45272"/>
                        <a:pt x="2551" y="45942"/>
                      </a:cubicBezTo>
                      <a:cubicBezTo>
                        <a:pt x="2789" y="46574"/>
                        <a:pt x="3214" y="47172"/>
                        <a:pt x="3452" y="47804"/>
                      </a:cubicBezTo>
                      <a:cubicBezTo>
                        <a:pt x="3714" y="48497"/>
                        <a:pt x="4077" y="49167"/>
                        <a:pt x="4502" y="49799"/>
                      </a:cubicBezTo>
                      <a:cubicBezTo>
                        <a:pt x="5390" y="51112"/>
                        <a:pt x="6347" y="52375"/>
                        <a:pt x="7354" y="53655"/>
                      </a:cubicBezTo>
                      <a:cubicBezTo>
                        <a:pt x="8348" y="54924"/>
                        <a:pt x="9561" y="56370"/>
                        <a:pt x="10956" y="57378"/>
                      </a:cubicBezTo>
                      <a:cubicBezTo>
                        <a:pt x="11713" y="57927"/>
                        <a:pt x="12375" y="58542"/>
                        <a:pt x="13132" y="59073"/>
                      </a:cubicBezTo>
                      <a:cubicBezTo>
                        <a:pt x="13851" y="59578"/>
                        <a:pt x="14545" y="60115"/>
                        <a:pt x="15308" y="60569"/>
                      </a:cubicBezTo>
                      <a:cubicBezTo>
                        <a:pt x="16709" y="61406"/>
                        <a:pt x="18135" y="62221"/>
                        <a:pt x="19661" y="62896"/>
                      </a:cubicBezTo>
                      <a:cubicBezTo>
                        <a:pt x="21074" y="63523"/>
                        <a:pt x="22531" y="64038"/>
                        <a:pt x="24013" y="64514"/>
                      </a:cubicBezTo>
                      <a:cubicBezTo>
                        <a:pt x="25439" y="64969"/>
                        <a:pt x="26946" y="65218"/>
                        <a:pt x="28365" y="65689"/>
                      </a:cubicBezTo>
                      <a:lnTo>
                        <a:pt x="29116" y="65689"/>
                      </a:lnTo>
                      <a:cubicBezTo>
                        <a:pt x="29116" y="65733"/>
                        <a:pt x="29116" y="65778"/>
                        <a:pt x="29116" y="65822"/>
                      </a:cubicBezTo>
                      <a:lnTo>
                        <a:pt x="29866" y="65822"/>
                      </a:lnTo>
                      <a:cubicBezTo>
                        <a:pt x="29866" y="65866"/>
                        <a:pt x="29866" y="65911"/>
                        <a:pt x="29866" y="65955"/>
                      </a:cubicBezTo>
                      <a:lnTo>
                        <a:pt x="30766" y="65955"/>
                      </a:lnTo>
                      <a:cubicBezTo>
                        <a:pt x="30766" y="65999"/>
                        <a:pt x="30766" y="66044"/>
                        <a:pt x="30766" y="66088"/>
                      </a:cubicBezTo>
                      <a:lnTo>
                        <a:pt x="31667" y="66088"/>
                      </a:lnTo>
                      <a:cubicBezTo>
                        <a:pt x="31667" y="66132"/>
                        <a:pt x="31667" y="66176"/>
                        <a:pt x="31667" y="66221"/>
                      </a:cubicBezTo>
                      <a:lnTo>
                        <a:pt x="32717" y="66221"/>
                      </a:lnTo>
                      <a:cubicBezTo>
                        <a:pt x="32717" y="66265"/>
                        <a:pt x="32717" y="66309"/>
                        <a:pt x="32717" y="66354"/>
                      </a:cubicBezTo>
                      <a:lnTo>
                        <a:pt x="34068" y="66354"/>
                      </a:lnTo>
                      <a:cubicBezTo>
                        <a:pt x="34068" y="66398"/>
                        <a:pt x="34068" y="66442"/>
                        <a:pt x="34068" y="66487"/>
                      </a:cubicBezTo>
                      <a:lnTo>
                        <a:pt x="36770" y="66487"/>
                      </a:lnTo>
                      <a:cubicBezTo>
                        <a:pt x="36770" y="66531"/>
                        <a:pt x="36770" y="66575"/>
                        <a:pt x="36770" y="66620"/>
                      </a:cubicBezTo>
                      <a:lnTo>
                        <a:pt x="38421" y="66620"/>
                      </a:lnTo>
                      <a:cubicBezTo>
                        <a:pt x="38421" y="66575"/>
                        <a:pt x="38421" y="66531"/>
                        <a:pt x="38421" y="66487"/>
                      </a:cubicBezTo>
                      <a:lnTo>
                        <a:pt x="41122" y="66487"/>
                      </a:lnTo>
                      <a:cubicBezTo>
                        <a:pt x="41122" y="66442"/>
                        <a:pt x="41122" y="66398"/>
                        <a:pt x="41122" y="66354"/>
                      </a:cubicBezTo>
                      <a:lnTo>
                        <a:pt x="42473" y="66354"/>
                      </a:lnTo>
                      <a:cubicBezTo>
                        <a:pt x="42473" y="66309"/>
                        <a:pt x="42473" y="66265"/>
                        <a:pt x="42473" y="66221"/>
                      </a:cubicBezTo>
                      <a:lnTo>
                        <a:pt x="43523" y="66221"/>
                      </a:lnTo>
                      <a:cubicBezTo>
                        <a:pt x="43523" y="66176"/>
                        <a:pt x="43523" y="66132"/>
                        <a:pt x="43523" y="66088"/>
                      </a:cubicBezTo>
                      <a:lnTo>
                        <a:pt x="44424" y="66088"/>
                      </a:lnTo>
                      <a:cubicBezTo>
                        <a:pt x="44424" y="66044"/>
                        <a:pt x="44424" y="65999"/>
                        <a:pt x="44424" y="65955"/>
                      </a:cubicBezTo>
                      <a:lnTo>
                        <a:pt x="45324" y="65955"/>
                      </a:lnTo>
                      <a:cubicBezTo>
                        <a:pt x="45324" y="65911"/>
                        <a:pt x="45324" y="65866"/>
                        <a:pt x="45324" y="65822"/>
                      </a:cubicBezTo>
                      <a:lnTo>
                        <a:pt x="46075" y="65822"/>
                      </a:lnTo>
                      <a:cubicBezTo>
                        <a:pt x="46075" y="65778"/>
                        <a:pt x="46075" y="65733"/>
                        <a:pt x="46075" y="65689"/>
                      </a:cubicBezTo>
                      <a:lnTo>
                        <a:pt x="46825" y="65689"/>
                      </a:lnTo>
                      <a:cubicBezTo>
                        <a:pt x="47538" y="65451"/>
                        <a:pt x="48270" y="65290"/>
                        <a:pt x="49001" y="65107"/>
                      </a:cubicBezTo>
                      <a:cubicBezTo>
                        <a:pt x="52109" y="64326"/>
                        <a:pt x="54979" y="63185"/>
                        <a:pt x="57706" y="61733"/>
                      </a:cubicBezTo>
                      <a:cubicBezTo>
                        <a:pt x="60820" y="60076"/>
                        <a:pt x="64009" y="57999"/>
                        <a:pt x="66260" y="55450"/>
                      </a:cubicBezTo>
                      <a:cubicBezTo>
                        <a:pt x="68405" y="53023"/>
                        <a:pt x="70356" y="50513"/>
                        <a:pt x="71738" y="47804"/>
                      </a:cubicBezTo>
                      <a:cubicBezTo>
                        <a:pt x="71838" y="47610"/>
                        <a:pt x="71851" y="47405"/>
                        <a:pt x="71963" y="47206"/>
                      </a:cubicBezTo>
                      <a:cubicBezTo>
                        <a:pt x="72032" y="47084"/>
                        <a:pt x="72145" y="46862"/>
                        <a:pt x="72189" y="46740"/>
                      </a:cubicBezTo>
                      <a:cubicBezTo>
                        <a:pt x="72295" y="46452"/>
                        <a:pt x="72345" y="46086"/>
                        <a:pt x="72489" y="45809"/>
                      </a:cubicBezTo>
                      <a:cubicBezTo>
                        <a:pt x="72808" y="45189"/>
                        <a:pt x="72995" y="44602"/>
                        <a:pt x="73239" y="43948"/>
                      </a:cubicBezTo>
                      <a:cubicBezTo>
                        <a:pt x="73708" y="42701"/>
                        <a:pt x="74065" y="41432"/>
                        <a:pt x="74290" y="40092"/>
                      </a:cubicBezTo>
                      <a:cubicBezTo>
                        <a:pt x="74346" y="39759"/>
                        <a:pt x="74534" y="39360"/>
                        <a:pt x="74590" y="39028"/>
                      </a:cubicBezTo>
                      <a:cubicBezTo>
                        <a:pt x="74615" y="38900"/>
                        <a:pt x="74571" y="38762"/>
                        <a:pt x="74590" y="38629"/>
                      </a:cubicBezTo>
                      <a:cubicBezTo>
                        <a:pt x="74621" y="38440"/>
                        <a:pt x="74715" y="38319"/>
                        <a:pt x="74740" y="38163"/>
                      </a:cubicBezTo>
                      <a:cubicBezTo>
                        <a:pt x="74840" y="37504"/>
                        <a:pt x="74784" y="36911"/>
                        <a:pt x="74890" y="36235"/>
                      </a:cubicBezTo>
                      <a:cubicBezTo>
                        <a:pt x="75084" y="35027"/>
                        <a:pt x="75040" y="33670"/>
                        <a:pt x="75040" y="3237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1B79121-EFAA-4903-A06E-C3A8B2ACBA09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08" name="Graphic 31">
            <a:extLst>
              <a:ext uri="{FF2B5EF4-FFF2-40B4-BE49-F238E27FC236}">
                <a16:creationId xmlns:a16="http://schemas.microsoft.com/office/drawing/2014/main" id="{7BDFBCEC-ECAB-4E3F-B36F-A64C1E16CE34}"/>
              </a:ext>
            </a:extLst>
          </p:cNvPr>
          <p:cNvGrpSpPr/>
          <p:nvPr/>
        </p:nvGrpSpPr>
        <p:grpSpPr>
          <a:xfrm>
            <a:off x="11395054" y="4033389"/>
            <a:ext cx="181369" cy="170753"/>
            <a:chOff x="11395054" y="4033389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2282FBF-4581-4960-8915-8D419C7E5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95054" y="4033389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110" name="Graphic 31">
              <a:extLst>
                <a:ext uri="{FF2B5EF4-FFF2-40B4-BE49-F238E27FC236}">
                  <a16:creationId xmlns:a16="http://schemas.microsoft.com/office/drawing/2014/main" id="{255B13B1-08A6-4F41-A81F-6DA8DBF46877}"/>
                </a:ext>
              </a:extLst>
            </p:cNvPr>
            <p:cNvGrpSpPr/>
            <p:nvPr/>
          </p:nvGrpSpPr>
          <p:grpSpPr>
            <a:xfrm>
              <a:off x="11429774" y="4066039"/>
              <a:ext cx="112084" cy="105400"/>
              <a:chOff x="11429774" y="4066039"/>
              <a:chExt cx="112084" cy="105400"/>
            </a:xfrm>
            <a:solidFill>
              <a:schemeClr val="tx1"/>
            </a:solidFill>
          </p:grpSpPr>
          <p:grpSp>
            <p:nvGrpSpPr>
              <p:cNvPr id="111" name="Graphic 31">
                <a:extLst>
                  <a:ext uri="{FF2B5EF4-FFF2-40B4-BE49-F238E27FC236}">
                    <a16:creationId xmlns:a16="http://schemas.microsoft.com/office/drawing/2014/main" id="{E1F794B8-97EA-495A-893A-3C44DD93C34B}"/>
                  </a:ext>
                </a:extLst>
              </p:cNvPr>
              <p:cNvGrpSpPr/>
              <p:nvPr/>
            </p:nvGrpSpPr>
            <p:grpSpPr>
              <a:xfrm>
                <a:off x="11429774" y="4066039"/>
                <a:ext cx="112084" cy="105400"/>
                <a:chOff x="11429774" y="4066039"/>
                <a:chExt cx="112084" cy="105400"/>
              </a:xfrm>
              <a:solidFill>
                <a:schemeClr val="tx1"/>
              </a:solidFill>
            </p:grpSpPr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7C14EF-4121-4ED0-980A-08CFFA0C4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9774" y="4066039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F40F9B9-E0C5-44D2-8785-6C8593DDE29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4" name="Graphic 31">
                <a:extLst>
                  <a:ext uri="{FF2B5EF4-FFF2-40B4-BE49-F238E27FC236}">
                    <a16:creationId xmlns:a16="http://schemas.microsoft.com/office/drawing/2014/main" id="{AD0A3210-664A-4460-86F8-3883C66804AD}"/>
                  </a:ext>
                </a:extLst>
              </p:cNvPr>
              <p:cNvGrpSpPr/>
              <p:nvPr/>
            </p:nvGrpSpPr>
            <p:grpSpPr>
              <a:xfrm>
                <a:off x="11432742" y="4068829"/>
                <a:ext cx="105946" cy="99821"/>
                <a:chOff x="11432742" y="4068829"/>
                <a:chExt cx="105946" cy="99821"/>
              </a:xfrm>
              <a:solidFill>
                <a:schemeClr val="tx1"/>
              </a:solidFill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A0FC44A-934C-4A6B-B3B0-C9ABD0B457AD}"/>
                    </a:ext>
                  </a:extLst>
                </p:cNvPr>
                <p:cNvSpPr/>
                <p:nvPr/>
              </p:nvSpPr>
              <p:spPr>
                <a:xfrm>
                  <a:off x="11432742" y="4068829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6D03AF0-7D03-47FB-A6B8-118BC716383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6235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EE2DAF-B1D3-4975-9AE0-772EB8F5D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A70A5-7BEC-4A7E-B275-6B31BCCF2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5" y="202392"/>
            <a:ext cx="2083727" cy="3673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3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23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>
            <a:cxnSpLocks/>
          </p:cNvCxnSpPr>
          <p:nvPr userDrawn="1"/>
        </p:nvCxnSpPr>
        <p:spPr>
          <a:xfrm>
            <a:off x="764771" y="0"/>
            <a:ext cx="0" cy="59663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6F15784-285A-4C44-8CA7-E61A12594F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5115267"/>
            <a:ext cx="307574" cy="307574"/>
          </a:xfrm>
          <a:prstGeom prst="rect">
            <a:avLst/>
          </a:prstGeom>
        </p:spPr>
      </p:pic>
      <p:pic>
        <p:nvPicPr>
          <p:cNvPr id="41" name="Picture 40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455AB22-2B4A-4090-94A1-EA49C34E5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4270333"/>
            <a:ext cx="307574" cy="307574"/>
          </a:xfrm>
          <a:prstGeom prst="rect">
            <a:avLst/>
          </a:prstGeom>
        </p:spPr>
      </p:pic>
      <p:pic>
        <p:nvPicPr>
          <p:cNvPr id="40" name="Picture 39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BED3004-A455-4EB2-AA4C-4B1CED368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3437940"/>
            <a:ext cx="307574" cy="307574"/>
          </a:xfrm>
          <a:prstGeom prst="rect">
            <a:avLst/>
          </a:prstGeom>
        </p:spPr>
      </p:pic>
      <p:pic>
        <p:nvPicPr>
          <p:cNvPr id="39" name="Picture 38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BD8EE955-06C5-4F59-A4DA-6CD8D6D0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2564010"/>
            <a:ext cx="307574" cy="307574"/>
          </a:xfrm>
          <a:prstGeom prst="rect">
            <a:avLst/>
          </a:prstGeom>
        </p:spPr>
      </p:pic>
      <p:pic>
        <p:nvPicPr>
          <p:cNvPr id="7" name="Picture 6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B5FF966-0043-406C-B260-A0163B4851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1721068"/>
            <a:ext cx="307574" cy="30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08895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08895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08895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08895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08895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08895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08895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494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0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08895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08895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494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7500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08895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08895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9494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67500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08895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08895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9494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7500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09310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09310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39909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7915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1283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04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733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077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54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85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290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chemeClr val="tx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6E65073-2217-4911-AF5C-6CBA78FA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67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D7707D9F-B275-411E-8FFD-0F4AE3BA7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49" b="30480"/>
          <a:stretch/>
        </p:blipFill>
        <p:spPr>
          <a:xfrm>
            <a:off x="198289" y="6207169"/>
            <a:ext cx="1109220" cy="4846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D61445-5ACD-4A93-857D-0731DE55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4167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251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59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162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332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196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theme" Target="../theme/theme2.xml"/><Relationship Id="rId27" Type="http://schemas.openxmlformats.org/officeDocument/2006/relationships/image" Target="../media/image27.png"/><Relationship Id="rId28" Type="http://schemas.openxmlformats.org/officeDocument/2006/relationships/image" Target="../media/image1.png"/><Relationship Id="rId29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theme" Target="../theme/theme3.xml"/><Relationship Id="rId21" Type="http://schemas.openxmlformats.org/officeDocument/2006/relationships/image" Target="../media/image36.png"/><Relationship Id="rId22" Type="http://schemas.openxmlformats.org/officeDocument/2006/relationships/image" Target="../media/image1.png"/><Relationship Id="rId23" Type="http://schemas.openxmlformats.org/officeDocument/2006/relationships/image" Target="../media/image3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20" r:id="rId2"/>
    <p:sldLayoutId id="2147483660" r:id="rId3"/>
    <p:sldLayoutId id="2147483781" r:id="rId4"/>
    <p:sldLayoutId id="2147483721" r:id="rId5"/>
    <p:sldLayoutId id="2147483782" r:id="rId6"/>
    <p:sldLayoutId id="2147483708" r:id="rId7"/>
    <p:sldLayoutId id="2147483753" r:id="rId8"/>
    <p:sldLayoutId id="2147483679" r:id="rId9"/>
    <p:sldLayoutId id="2147483766" r:id="rId10"/>
    <p:sldLayoutId id="2147483650" r:id="rId11"/>
    <p:sldLayoutId id="2147483764" r:id="rId12"/>
    <p:sldLayoutId id="2147483756" r:id="rId13"/>
    <p:sldLayoutId id="2147483768" r:id="rId14"/>
    <p:sldLayoutId id="2147483767" r:id="rId15"/>
    <p:sldLayoutId id="2147483651" r:id="rId16"/>
    <p:sldLayoutId id="2147483769" r:id="rId17"/>
    <p:sldLayoutId id="2147483652" r:id="rId18"/>
    <p:sldLayoutId id="2147483770" r:id="rId19"/>
    <p:sldLayoutId id="2147483653" r:id="rId20"/>
    <p:sldLayoutId id="2147483771" r:id="rId21"/>
    <p:sldLayoutId id="2147483654" r:id="rId22"/>
    <p:sldLayoutId id="2147483780" r:id="rId23"/>
    <p:sldLayoutId id="2147483772" r:id="rId24"/>
    <p:sldLayoutId id="2147483755" r:id="rId25"/>
    <p:sldLayoutId id="2147483754" r:id="rId26"/>
    <p:sldLayoutId id="2147483773" r:id="rId27"/>
    <p:sldLayoutId id="2147483704" r:id="rId28"/>
    <p:sldLayoutId id="2147483706" r:id="rId29"/>
    <p:sldLayoutId id="2147483707" r:id="rId30"/>
    <p:sldLayoutId id="2147483655" r:id="rId31"/>
    <p:sldLayoutId id="2147483774" r:id="rId32"/>
    <p:sldLayoutId id="2147483674" r:id="rId33"/>
    <p:sldLayoutId id="2147483775" r:id="rId34"/>
    <p:sldLayoutId id="2147483656" r:id="rId35"/>
    <p:sldLayoutId id="2147483776" r:id="rId36"/>
    <p:sldLayoutId id="2147483657" r:id="rId37"/>
    <p:sldLayoutId id="2147483777" r:id="rId38"/>
    <p:sldLayoutId id="2147483658" r:id="rId39"/>
    <p:sldLayoutId id="2147483778" r:id="rId40"/>
    <p:sldLayoutId id="2147483659" r:id="rId41"/>
    <p:sldLayoutId id="214748377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8D6E179-9864-4434-A530-6CAF0E87E791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5" r:id="rId8"/>
    <p:sldLayoutId id="2147483836" r:id="rId9"/>
    <p:sldLayoutId id="2147483838" r:id="rId10"/>
    <p:sldLayoutId id="2147483839" r:id="rId11"/>
    <p:sldLayoutId id="2147483841" r:id="rId12"/>
    <p:sldLayoutId id="2147483843" r:id="rId13"/>
    <p:sldLayoutId id="2147483845" r:id="rId14"/>
    <p:sldLayoutId id="2147483847" r:id="rId15"/>
    <p:sldLayoutId id="2147483848" r:id="rId16"/>
    <p:sldLayoutId id="2147483850" r:id="rId17"/>
    <p:sldLayoutId id="2147483851" r:id="rId18"/>
    <p:sldLayoutId id="2147483853" r:id="rId19"/>
    <p:sldLayoutId id="2147483856" r:id="rId20"/>
    <p:sldLayoutId id="2147483858" r:id="rId21"/>
    <p:sldLayoutId id="2147483860" r:id="rId22"/>
    <p:sldLayoutId id="2147483862" r:id="rId23"/>
    <p:sldLayoutId id="2147483864" r:id="rId24"/>
    <p:sldLayoutId id="214748386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D75FF47-81F8-4F7B-8EBF-34D1105EAFB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6" r:id="rId2"/>
    <p:sldLayoutId id="2147483787" r:id="rId3"/>
    <p:sldLayoutId id="2147483790" r:id="rId4"/>
    <p:sldLayoutId id="2147483793" r:id="rId5"/>
    <p:sldLayoutId id="2147483794" r:id="rId6"/>
    <p:sldLayoutId id="2147483796" r:id="rId7"/>
    <p:sldLayoutId id="2147483799" r:id="rId8"/>
    <p:sldLayoutId id="2147483801" r:id="rId9"/>
    <p:sldLayoutId id="2147483803" r:id="rId10"/>
    <p:sldLayoutId id="2147483805" r:id="rId11"/>
    <p:sldLayoutId id="2147483808" r:id="rId12"/>
    <p:sldLayoutId id="2147483811" r:id="rId13"/>
    <p:sldLayoutId id="2147483814" r:id="rId14"/>
    <p:sldLayoutId id="2147483816" r:id="rId15"/>
    <p:sldLayoutId id="2147483818" r:id="rId16"/>
    <p:sldLayoutId id="2147483820" r:id="rId17"/>
    <p:sldLayoutId id="2147483822" r:id="rId18"/>
    <p:sldLayoutId id="21474838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5435-1877-4AC5-B689-C33B86FF2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5" y="2428674"/>
            <a:ext cx="11144250" cy="1838526"/>
          </a:xfrm>
        </p:spPr>
        <p:txBody>
          <a:bodyPr/>
          <a:lstStyle/>
          <a:p>
            <a:r>
              <a:rPr lang="en-GB" i="0">
                <a:latin typeface="Arial"/>
                <a:cs typeface="Arial"/>
              </a:rPr>
              <a:t>Discharge Flow Programme Highlight Reports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712D2-447D-47C9-93C1-06A318021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606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i="0">
                <a:latin typeface="Arial"/>
                <a:cs typeface="Arial"/>
              </a:rPr>
              <a:t>13 May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C6807-FCF8-497B-9B17-550DA3C644AF}"/>
              </a:ext>
            </a:extLst>
          </p:cNvPr>
          <p:cNvSpPr txBox="1"/>
          <p:nvPr/>
        </p:nvSpPr>
        <p:spPr>
          <a:xfrm>
            <a:off x="5801831" y="-23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192624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165" y="35392"/>
            <a:ext cx="8229600" cy="680286"/>
          </a:xfrm>
        </p:spPr>
        <p:txBody>
          <a:bodyPr>
            <a:normAutofit fontScale="90000"/>
          </a:bodyPr>
          <a:lstStyle/>
          <a:p>
            <a:r>
              <a:rPr lang="en-GB" sz="2800" i="0">
                <a:latin typeface="Arial"/>
                <a:cs typeface="Arial"/>
              </a:rPr>
              <a:t>TTOs Workstream Highlight Report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88037"/>
              </p:ext>
            </p:extLst>
          </p:nvPr>
        </p:nvGraphicFramePr>
        <p:xfrm>
          <a:off x="523274" y="668053"/>
          <a:ext cx="5575774" cy="152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623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Brief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Write TTOs the day before discharge, put pharmacy technicians on the wards and track TTO ready times on all 8 medical wards.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623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Leads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i="0" baseline="0">
                          <a:latin typeface="Arial"/>
                          <a:cs typeface="Arial"/>
                        </a:rPr>
                        <a:t>Arjun Mehta (Pharmacy Technician Lead), Leila Haddad (Lead Pharmacist); CITI support: Hannah Lee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623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Teams involved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i="0">
                          <a:latin typeface="Arial"/>
                          <a:cs typeface="Arial"/>
                        </a:rPr>
                        <a:t>Pharmacy, 8 medical ward teams, junior doctors, Digital (TTO tracker)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287452"/>
              </p:ext>
            </p:extLst>
          </p:nvPr>
        </p:nvGraphicFramePr>
        <p:xfrm>
          <a:off x="6257630" y="668054"/>
          <a:ext cx="5513401" cy="152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4270210178"/>
                    </a:ext>
                  </a:extLst>
                </a:gridCol>
                <a:gridCol w="741081">
                  <a:extLst>
                    <a:ext uri="{9D8B030D-6E8A-4147-A177-3AD203B41FA5}">
                      <a16:colId xmlns:a16="http://schemas.microsoft.com/office/drawing/2014/main" val="317674926"/>
                    </a:ext>
                  </a:extLst>
                </a:gridCol>
              </a:tblGrid>
              <a:tr h="481225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Key achievements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TTO ready time down from 4.2 to 2.6 hours. Both pharmacy technicians started on 5 May. 71% of TTOs on Wards 5 and 6 now written the day before.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1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Key Metrics</a:t>
                      </a:r>
                      <a:endParaRPr lang="en-GB" sz="9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Arial"/>
                      </a:endParaRPr>
                    </a:p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1" i="0" u="none" strike="noStrike" kern="1200" noProof="0" dirty="0">
                          <a:solidFill>
                            <a:schemeClr val="bg1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1" i="0" u="none" strike="noStrike" kern="1200" noProof="0" dirty="0">
                          <a:solidFill>
                            <a:schemeClr val="bg1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1" i="0" u="none" strike="noStrike" kern="1200" noProof="0" dirty="0">
                          <a:solidFill>
                            <a:schemeClr val="bg1"/>
                          </a:solidFill>
                          <a:latin typeface="Arial"/>
                        </a:rPr>
                        <a:t>Current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28146"/>
                  </a:ext>
                </a:extLst>
              </a:tr>
              <a:tr h="260411">
                <a:tc v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TTO ready time (hours)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9822"/>
                  </a:ext>
                </a:extLst>
              </a:tr>
              <a:tr h="260411">
                <a:tc v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TTOs written the day before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098187"/>
                  </a:ext>
                </a:extLst>
              </a:tr>
              <a:tr h="260411">
                <a:tc v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Discharges before midday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GB" sz="9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4941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534018"/>
              </p:ext>
            </p:extLst>
          </p:nvPr>
        </p:nvGraphicFramePr>
        <p:xfrm>
          <a:off x="526569" y="4943586"/>
          <a:ext cx="11244462" cy="970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006">
                  <a:extLst>
                    <a:ext uri="{9D8B030D-6E8A-4147-A177-3AD203B41FA5}">
                      <a16:colId xmlns:a16="http://schemas.microsoft.com/office/drawing/2014/main" val="4198259198"/>
                    </a:ext>
                  </a:extLst>
                </a:gridCol>
                <a:gridCol w="349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513">
                  <a:extLst>
                    <a:ext uri="{9D8B030D-6E8A-4147-A177-3AD203B41FA5}">
                      <a16:colId xmlns:a16="http://schemas.microsoft.com/office/drawing/2014/main" val="261949959"/>
                    </a:ext>
                  </a:extLst>
                </a:gridCol>
              </a:tblGrid>
              <a:tr h="218146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Arial"/>
                        </a:rPr>
                        <a:t>Key Decisions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Arial"/>
                        </a:rPr>
                        <a:t>Escalations 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Risk and Issues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RAG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54854"/>
                  </a:ext>
                </a:extLst>
              </a:tr>
              <a:tr h="741695">
                <a:tc>
                  <a:txBody>
                    <a:bodyPr/>
                    <a:lstStyle/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900" b="0" i="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D-004: weekend TTO cover to be funded from the technician budget (agreed 28/04)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900" b="0" i="0" kern="1200" noProof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Junior doctor rota gaps on Wards 1 to 4 stop TTOs being written the day before. Ask: Clinical Director to raise with the rota team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900" i="0">
                          <a:solidFill>
                            <a:schemeClr val="tx1"/>
                          </a:solidFill>
                          <a:latin typeface="Arial"/>
                        </a:rPr>
                        <a:t>R-003 Technicians pulled to dispensary on busy days (amber). I-002 Tracker ward codes wrong on 2 wards (amber)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GB" sz="900" i="0" b="1">
                          <a:solidFill>
                            <a:schemeClr val="tx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79188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765280"/>
              </p:ext>
            </p:extLst>
          </p:nvPr>
        </p:nvGraphicFramePr>
        <p:xfrm>
          <a:off x="523274" y="2294996"/>
          <a:ext cx="11255118" cy="2436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908">
                  <a:extLst>
                    <a:ext uri="{9D8B030D-6E8A-4147-A177-3AD203B41FA5}">
                      <a16:colId xmlns:a16="http://schemas.microsoft.com/office/drawing/2014/main" val="4208743543"/>
                    </a:ext>
                  </a:extLst>
                </a:gridCol>
                <a:gridCol w="717908">
                  <a:extLst>
                    <a:ext uri="{9D8B030D-6E8A-4147-A177-3AD203B41FA5}">
                      <a16:colId xmlns:a16="http://schemas.microsoft.com/office/drawing/2014/main" val="3373839126"/>
                    </a:ext>
                  </a:extLst>
                </a:gridCol>
                <a:gridCol w="4401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0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Key outputs/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9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deliverables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rtl="0" eaLnBrk="1" latinLnBrk="0" hangingPunct="1">
                        <a:buNone/>
                      </a:pPr>
                      <a:r>
                        <a:rPr lang="en-GB" sz="9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% done + RAG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GB" sz="900" b="1" kern="1200" dirty="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Target end date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kern="120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Progress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kern="1200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Arial"/>
                        </a:rPr>
                        <a:t>Next steps</a:t>
                      </a:r>
                    </a:p>
                  </a:txBody>
                  <a:tcPr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TTO process for the day before discharge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1" i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10/04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Agreed by pharmacy and medical staff; on the intranet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Add to junior doctor induction (August)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 pharmacy technicians on the wards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1" i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90%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0" i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29/05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Both started 5 May; rota covers 8 wards weekdays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Agree weekend cover with pharmacy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1371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Daily TTO tracker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1" i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60%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900" b="0" i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22/05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Built; ready times on 5 of 8 wards. Data gaps on Wards 2 and 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Fix ward codes with Digital (I-002)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 rtl="0" eaLnBrk="1" fontAlgn="b" latinLnBrk="0" hangingPunct="1">
                        <a:buFont typeface="Arial"/>
                        <a:buNone/>
                      </a:pPr>
                      <a:r>
                        <a:rPr lang="en-GB" sz="900" b="0" kern="1200" i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Spread to all 8 wards</a:t>
                      </a:r>
                    </a:p>
                  </a:txBody>
                  <a:tcPr marL="90000" marR="90000" marT="36000" marB="36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0" hangingPunct="1">
                        <a:buNone/>
                      </a:pPr>
                      <a:r>
                        <a:rPr lang="en-GB" sz="900" b="1" kern="1200" i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40%</a:t>
                      </a:r>
                    </a:p>
                  </a:txBody>
                  <a:tcPr marL="89999" marR="89999" marT="36000" marB="3600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None/>
                      </a:pPr>
                      <a:r>
                        <a:rPr lang="en-GB" sz="900" i="0">
                          <a:solidFill>
                            <a:schemeClr val="tx1"/>
                          </a:solidFill>
                          <a:latin typeface="Arial"/>
                        </a:rPr>
                        <a:t>05/06</a:t>
                      </a:r>
                    </a:p>
                  </a:txBody>
                  <a:tcPr marL="89999" marR="89999" marT="36000" marB="36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i="0">
                          <a:solidFill>
                            <a:schemeClr val="tx1"/>
                          </a:solidFill>
                          <a:latin typeface="Arial"/>
                        </a:rPr>
                        <a:t>Wards 1 to 4 behind: junior doctor rota gaps</a:t>
                      </a:r>
                    </a:p>
                  </a:txBody>
                  <a:tcPr marL="90000" marR="90000" marT="36000" marB="36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0" kern="1200" i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Escalate rota gaps to the leadership meeting</a:t>
                      </a:r>
                    </a:p>
                  </a:txBody>
                  <a:tcPr marL="90000" marR="90000" marT="36000" marB="360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53CC7066-AADF-46C6-98B4-2AA835EA8C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86725" y="6004560"/>
          <a:ext cx="2257425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845881623"/>
                    </a:ext>
                  </a:extLst>
                </a:gridCol>
                <a:gridCol w="1753425">
                  <a:extLst>
                    <a:ext uri="{9D8B030D-6E8A-4147-A177-3AD203B41FA5}">
                      <a16:colId xmlns:a16="http://schemas.microsoft.com/office/drawing/2014/main" val="483436152"/>
                    </a:ext>
                  </a:extLst>
                </a:gridCol>
              </a:tblGrid>
              <a:tr h="131572">
                <a:tc rowSpan="4">
                  <a:txBody>
                    <a:bodyPr/>
                    <a:lstStyle/>
                    <a:p>
                      <a:r>
                        <a:rPr lang="en-US" sz="800" b="1" u="sng" dirty="0">
                          <a:solidFill>
                            <a:schemeClr val="tx1"/>
                          </a:solidFill>
                          <a:latin typeface="Arial"/>
                        </a:rPr>
                        <a:t>Key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Arial"/>
                        </a:rPr>
                        <a:t>Delayed against plan, escalate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776979"/>
                  </a:ext>
                </a:extLst>
              </a:tr>
              <a:tr h="131572">
                <a:tc vMerge="1"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Arial"/>
                        </a:rPr>
                        <a:t>Slight delay or at risk of delay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6363"/>
                  </a:ext>
                </a:extLst>
              </a:tr>
              <a:tr h="131572">
                <a:tc vMerge="1"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Arial"/>
                        </a:rPr>
                        <a:t>On track with plan, no delays likely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65050"/>
                  </a:ext>
                </a:extLst>
              </a:tr>
              <a:tr h="131572">
                <a:tc vMerge="1">
                  <a:txBody>
                    <a:bodyPr/>
                    <a:lstStyle/>
                    <a:p>
                      <a:endParaRPr lang="en-US" sz="800" b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8261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C05C11-04A1-4C8B-B3D8-47B673015A79}"/>
              </a:ext>
            </a:extLst>
          </p:cNvPr>
          <p:cNvSpPr txBox="1"/>
          <p:nvPr/>
        </p:nvSpPr>
        <p:spPr>
          <a:xfrm>
            <a:off x="9953636" y="35392"/>
            <a:ext cx="2238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Reporting date 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13 May 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0E30E-E54B-450E-B2BD-4C369F9E6353}"/>
              </a:ext>
            </a:extLst>
          </p:cNvPr>
          <p:cNvSpPr txBox="1"/>
          <p:nvPr/>
        </p:nvSpPr>
        <p:spPr>
          <a:xfrm>
            <a:off x="5801831" y="-23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15531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F1CA27-49F1-4E41-843D-08D8F2B3C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6961"/>
            <a:ext cx="9144000" cy="790876"/>
          </a:xfrm>
        </p:spPr>
        <p:txBody>
          <a:bodyPr/>
          <a:lstStyle/>
          <a:p>
            <a:r>
              <a:rPr lang="en-GB">
                <a:latin typeface="Arial"/>
                <a:cs typeface="Arial"/>
              </a:rPr>
              <a:t>Compliment/Win of the Week </a:t>
            </a:r>
            <a:endParaRPr lang="en-GB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15885C-BE69-4CA9-9592-F32117EB7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895" y="2181074"/>
            <a:ext cx="9532210" cy="24958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3400" dirty="0">
                <a:latin typeface="Arial"/>
                <a:ea typeface="+mj-ea"/>
                <a:cs typeface="Arial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3A2CE-C6BA-49AD-8388-34AFC38C9F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19177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4</a:t>
            </a:fld>
            <a:endParaRPr lang="en-GB"/>
          </a:p>
        </p:txBody>
      </p:sp>
      <p:pic>
        <p:nvPicPr>
          <p:cNvPr id="7" name="Graphic 6" descr="Fireworks">
            <a:extLst>
              <a:ext uri="{FF2B5EF4-FFF2-40B4-BE49-F238E27FC236}">
                <a16:creationId xmlns:a16="http://schemas.microsoft.com/office/drawing/2014/main" id="{2D35BCAA-BABC-4A3A-BF64-1AE49655E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1816" y="2012397"/>
            <a:ext cx="1560991" cy="1560991"/>
          </a:xfrm>
          <a:prstGeom prst="rect">
            <a:avLst/>
          </a:prstGeom>
        </p:spPr>
      </p:pic>
      <p:pic>
        <p:nvPicPr>
          <p:cNvPr id="8" name="Graphic 7" descr="Fireworks">
            <a:extLst>
              <a:ext uri="{FF2B5EF4-FFF2-40B4-BE49-F238E27FC236}">
                <a16:creationId xmlns:a16="http://schemas.microsoft.com/office/drawing/2014/main" id="{C84F21CE-4114-40F4-8F89-5310FAFDF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9193" y="2012397"/>
            <a:ext cx="1560991" cy="1560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69740A-A71D-4082-8B3E-282E681E14B5}"/>
              </a:ext>
            </a:extLst>
          </p:cNvPr>
          <p:cNvSpPr txBox="1"/>
          <p:nvPr/>
        </p:nvSpPr>
        <p:spPr>
          <a:xfrm>
            <a:off x="4418120" y="2405849"/>
            <a:ext cx="3355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“Mr K went home at 10:15 with his medicines explained, two hours earlier than his last stay. His daughter said it was the calmest discharge we've had.”</a:t>
            </a:r>
          </a:p>
          <a:p>
            <a:pPr algn="ctr"/>
            <a:r>
              <a:rPr lang="en-GB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Shout out to Arjun and the Ward 6 team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76843-6807-4989-8AFE-D9AFCFA4D96C}"/>
              </a:ext>
            </a:extLst>
          </p:cNvPr>
          <p:cNvSpPr txBox="1"/>
          <p:nvPr/>
        </p:nvSpPr>
        <p:spPr>
          <a:xfrm>
            <a:off x="5801831" y="-23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877064961"/>
      </p:ext>
    </p:extLst>
  </p:cSld>
  <p:clrMapOvr>
    <a:masterClrMapping/>
  </p:clrMapOvr>
</p:sld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lement_G_Highlight Report_2022v1" id="{307D738A-7232-4A05-B8EA-ECD9C590308B}" vid="{2B710192-61F5-44B9-BCB2-3B2DA3C732AB}"/>
    </a:ext>
  </a:extLst>
</a:theme>
</file>

<file path=ppt/theme/theme2.xml><?xml version="1.0" encoding="utf-8"?>
<a:theme xmlns:a="http://schemas.openxmlformats.org/drawingml/2006/main" name="Accessi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lement_G_Highlight Report_2022v1" id="{307D738A-7232-4A05-B8EA-ECD9C590308B}" vid="{F2033B61-99C1-49C7-B5B2-6589233DB14D}"/>
    </a:ext>
  </a:extLst>
</a:theme>
</file>

<file path=ppt/theme/theme3.xml><?xml version="1.0" encoding="utf-8"?>
<a:theme xmlns:a="http://schemas.openxmlformats.org/drawingml/2006/main" name="Black &amp;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plement_G_Highlight Report_2022v1" id="{307D738A-7232-4A05-B8EA-ECD9C590308B}" vid="{17EA918B-FC9C-4DE0-9FF3-2273D1D823A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  <SharedWithUsers xmlns="02140767-ea33-4c7b-b767-f24c208d32ac">
      <UserInfo>
        <DisplayName>Jacovou Eva (Perkowska)</DisplayName>
        <AccountId>240</AccountId>
        <AccountType/>
      </UserInfo>
      <UserInfo>
        <DisplayName>Townley Paul</DisplayName>
        <AccountId>202</AccountId>
        <AccountType/>
      </UserInfo>
      <UserInfo>
        <DisplayName>Gregory Oli (OGREGORY)</DisplayName>
        <AccountId>125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3BBC09-1713-42C3-87D3-1B9EEA76CD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84626-97B4-47F4-8FA1-D32F23E34E0F}">
  <ds:schemaRefs>
    <ds:schemaRef ds:uri="http://purl.org/dc/elements/1.1/"/>
    <ds:schemaRef ds:uri="02140767-ea33-4c7b-b767-f24c208d32ac"/>
    <ds:schemaRef ds:uri="21697468-ab00-4187-b43e-690b347ce3b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837B6E3-FA8C-4AF3-A999-A315B41746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274</Words>
  <Application>Microsoft Office PowerPoint</Application>
  <PresentationFormat>Widescreen</PresentationFormat>
  <Paragraphs>80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Helvetica Neue</vt:lpstr>
      <vt:lpstr>Everyday use</vt:lpstr>
      <vt:lpstr>Accessible</vt:lpstr>
      <vt:lpstr>Black &amp; White</vt:lpstr>
      <vt:lpstr>&lt;&gt; Programme Highlight Reports </vt:lpstr>
      <vt:lpstr>XX Workstream Highlight Report</vt:lpstr>
      <vt:lpstr>XX Workstream Highlight Report</vt:lpstr>
      <vt:lpstr>Compliment/Win of the Week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Williams (Student)</dc:creator>
  <cp:lastModifiedBy>Beale Georgina</cp:lastModifiedBy>
  <cp:revision>22</cp:revision>
  <dcterms:created xsi:type="dcterms:W3CDTF">2021-11-19T12:14:50Z</dcterms:created>
  <dcterms:modified xsi:type="dcterms:W3CDTF">2022-11-01T13:45:17Z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0x01010091722475DE344940A41BC623561EC2B3</vt:lpwstr>
  </property>
  <property fmtid="{D5CDD505-2E9C-101B-9397-08002B2CF9AE}" pid="3" name="WinDIP File ID">
    <vt:lpwstr>4fe8eaca-8f06-406a-845c-f6ae7f0783bc</vt:lpwstr>
  </property>
  <property fmtid="{D5CDD505-2E9C-101B-9397-08002B2CF9AE}" pid="4" name="MSIP_Label_ea60d57e-af5b-4752-ac57-3e4f28ca11dc_Enabled">
    <vt:lpwstr>true</vt:lpwstr>
  </property>
  <property fmtid="{D5CDD505-2E9C-101B-9397-08002B2CF9AE}" pid="5" name="MSIP_Label_ea60d57e-af5b-4752-ac57-3e4f28ca11dc_SetDate">
    <vt:lpwstr>2022-06-21T11:16:30Z</vt:lpwstr>
  </property>
  <property fmtid="{D5CDD505-2E9C-101B-9397-08002B2CF9AE}" pid="6" name="MSIP_Label_ea60d57e-af5b-4752-ac57-3e4f28ca11dc_Method">
    <vt:lpwstr>Standard</vt:lpwstr>
  </property>
  <property fmtid="{D5CDD505-2E9C-101B-9397-08002B2CF9AE}" pid="7" name="MSIP_Label_ea60d57e-af5b-4752-ac57-3e4f28ca11dc_Name">
    <vt:lpwstr>ea60d57e-af5b-4752-ac57-3e4f28ca11dc</vt:lpwstr>
  </property>
  <property fmtid="{D5CDD505-2E9C-101B-9397-08002B2CF9AE}" pid="8" name="MSIP_Label_ea60d57e-af5b-4752-ac57-3e4f28ca11dc_SiteId">
    <vt:lpwstr>36da45f1-dd2c-4d1f-af13-5abe46b99921</vt:lpwstr>
  </property>
  <property fmtid="{D5CDD505-2E9C-101B-9397-08002B2CF9AE}" pid="9" name="MSIP_Label_ea60d57e-af5b-4752-ac57-3e4f28ca11dc_ActionId">
    <vt:lpwstr>f82b4996-5565-430b-b869-7fea833c62ca</vt:lpwstr>
  </property>
  <property fmtid="{D5CDD505-2E9C-101B-9397-08002B2CF9AE}" pid="10" name="MSIP_Label_ea60d57e-af5b-4752-ac57-3e4f28ca11dc_ContentBits">
    <vt:lpwstr>0</vt:lpwstr>
  </property>
  <property fmtid="{D5CDD505-2E9C-101B-9397-08002B2CF9AE}" pid="11" name="MediaServiceImageTags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bool>false</vt:bool>
  </property>
  <property fmtid="{D5CDD505-2E9C-101B-9397-08002B2CF9AE}" pid="18" name="SharedWithUsers">
    <vt:lpwstr>240;#Jacovou Eva (Perkowska);#202;#Townley Paul;#125;#Gregory Oli (OGREGORY)</vt:lpwstr>
  </property>
</Properties>
</file>